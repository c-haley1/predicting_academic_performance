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Lst>
  <p:sldSz cx="9144000" cy="5143500" type="screen16x9"/>
  <p:notesSz cx="6858000" cy="9144000"/>
  <p:embeddedFontLst>
    <p:embeddedFont>
      <p:font typeface="Montserrat" panose="00000500000000000000" pitchFamily="2" charset="0"/>
      <p:regular r:id="rId19"/>
      <p:bold r:id="rId20"/>
      <p:italic r:id="rId21"/>
      <p:boldItalic r:id="rId22"/>
    </p:embeddedFont>
    <p:embeddedFont>
      <p:font typeface="Montserrat Medium" panose="00000600000000000000" pitchFamily="2" charset="0"/>
      <p:regular r:id="rId23"/>
      <p:bold r:id="rId24"/>
      <p:italic r:id="rId25"/>
      <p:boldItalic r:id="rId26"/>
    </p:embeddedFont>
    <p:embeddedFont>
      <p:font typeface="Source Serif 4" panose="020B060402020202020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i3f6BxbSEdXXPVDSAGDhLVxX7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346"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3" name="Google Shape;35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4" name="Google Shape;36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6" name="Google Shape;4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0" name="Google Shape;42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f6754bd396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3f6754bd396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3" name="Google Shape;45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5" name="Google Shape;46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f6f1ffe01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g3f6f1ffe01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f697ecce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g3f697ecce8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f6c3651cb7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6" name="Google Shape;506;g3f6c3651cb7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f697ecce8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4" name="Google Shape;514;g3f697ecce8d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8" name="Google Shape;528;p1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cSld name="BLANK_1">
    <p:spTree>
      <p:nvGrpSpPr>
        <p:cNvPr id="1" name="Shape 9"/>
        <p:cNvGrpSpPr/>
        <p:nvPr/>
      </p:nvGrpSpPr>
      <p:grpSpPr>
        <a:xfrm>
          <a:off x="0" y="0"/>
          <a:ext cx="0" cy="0"/>
          <a:chOff x="0" y="0"/>
          <a:chExt cx="0" cy="0"/>
        </a:xfrm>
      </p:grpSpPr>
      <p:cxnSp>
        <p:nvCxnSpPr>
          <p:cNvPr id="10" name="Google Shape;10;p12"/>
          <p:cNvCxnSpPr/>
          <p:nvPr/>
        </p:nvCxnSpPr>
        <p:spPr>
          <a:xfrm>
            <a:off x="0" y="3618350"/>
            <a:ext cx="9144000" cy="0"/>
          </a:xfrm>
          <a:prstGeom prst="straightConnector1">
            <a:avLst/>
          </a:prstGeom>
          <a:noFill/>
          <a:ln w="9525" cap="flat" cmpd="sng">
            <a:solidFill>
              <a:schemeClr val="dk1"/>
            </a:solidFill>
            <a:prstDash val="solid"/>
            <a:round/>
            <a:headEnd type="none" w="sm" len="sm"/>
            <a:tailEnd type="none" w="sm" len="sm"/>
          </a:ln>
        </p:spPr>
      </p:cxnSp>
      <p:sp>
        <p:nvSpPr>
          <p:cNvPr id="11" name="Google Shape;11;p12"/>
          <p:cNvSpPr>
            <a:spLocks noGrp="1"/>
          </p:cNvSpPr>
          <p:nvPr>
            <p:ph type="pic" idx="2"/>
          </p:nvPr>
        </p:nvSpPr>
        <p:spPr>
          <a:xfrm rot="-5400000">
            <a:off x="4689300" y="690800"/>
            <a:ext cx="3062700" cy="5855100"/>
          </a:xfrm>
          <a:prstGeom prst="round2SameRect">
            <a:avLst>
              <a:gd name="adj1" fmla="val 50000"/>
              <a:gd name="adj2" fmla="val 0"/>
            </a:avLst>
          </a:prstGeom>
          <a:noFill/>
          <a:ln>
            <a:noFill/>
          </a:ln>
        </p:spPr>
      </p:sp>
      <p:sp>
        <p:nvSpPr>
          <p:cNvPr id="12" name="Google Shape;12;p12"/>
          <p:cNvSpPr txBox="1">
            <a:spLocks noGrp="1"/>
          </p:cNvSpPr>
          <p:nvPr>
            <p:ph type="title"/>
          </p:nvPr>
        </p:nvSpPr>
        <p:spPr>
          <a:xfrm>
            <a:off x="256050" y="3313175"/>
            <a:ext cx="2352600" cy="1230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a:endParaRPr/>
          </a:p>
        </p:txBody>
      </p:sp>
      <p:sp>
        <p:nvSpPr>
          <p:cNvPr id="13" name="Google Shape;13;p12"/>
          <p:cNvSpPr txBox="1">
            <a:spLocks noGrp="1"/>
          </p:cNvSpPr>
          <p:nvPr>
            <p:ph type="title" idx="3"/>
          </p:nvPr>
        </p:nvSpPr>
        <p:spPr>
          <a:xfrm>
            <a:off x="256050" y="3800525"/>
            <a:ext cx="2352600" cy="1230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gn="l">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a:endParaRPr/>
          </a:p>
        </p:txBody>
      </p:sp>
      <p:sp>
        <p:nvSpPr>
          <p:cNvPr id="14" name="Google Shape;14;p12"/>
          <p:cNvSpPr txBox="1">
            <a:spLocks noGrp="1"/>
          </p:cNvSpPr>
          <p:nvPr>
            <p:ph type="subTitle" idx="1"/>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15" name="Google Shape;15;p12"/>
          <p:cNvSpPr txBox="1">
            <a:spLocks noGrp="1"/>
          </p:cNvSpPr>
          <p:nvPr>
            <p:ph type="title" idx="4"/>
          </p:nvPr>
        </p:nvSpPr>
        <p:spPr>
          <a:xfrm>
            <a:off x="256050" y="256025"/>
            <a:ext cx="8631900" cy="11355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lgn="l">
              <a:lnSpc>
                <a:spcPct val="100000"/>
              </a:lnSpc>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section 6">
  <p:cSld name="BLANK_1_1_1_1_1_1_1_1_1_1_1_2_1_2_2">
    <p:spTree>
      <p:nvGrpSpPr>
        <p:cNvPr id="1" name="Shape 16"/>
        <p:cNvGrpSpPr/>
        <p:nvPr/>
      </p:nvGrpSpPr>
      <p:grpSpPr>
        <a:xfrm>
          <a:off x="0" y="0"/>
          <a:ext cx="0" cy="0"/>
          <a:chOff x="0" y="0"/>
          <a:chExt cx="0" cy="0"/>
        </a:xfrm>
      </p:grpSpPr>
      <p:sp>
        <p:nvSpPr>
          <p:cNvPr id="17" name="Google Shape;17;p13"/>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8" name="Google Shape;18;p13"/>
          <p:cNvSpPr txBox="1">
            <a:spLocks noGrp="1"/>
          </p:cNvSpPr>
          <p:nvPr>
            <p:ph type="body" idx="1"/>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9" name="Google Shape;19;p13"/>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20" name="Google Shape;20;p13"/>
          <p:cNvSpPr txBox="1">
            <a:spLocks noGrp="1"/>
          </p:cNvSpPr>
          <p:nvPr>
            <p:ph type="title" idx="3"/>
          </p:nvPr>
        </p:nvSpPr>
        <p:spPr>
          <a:xfrm>
            <a:off x="3622350" y="3410283"/>
            <a:ext cx="1899300" cy="714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a:endParaRPr/>
          </a:p>
        </p:txBody>
      </p:sp>
      <p:sp>
        <p:nvSpPr>
          <p:cNvPr id="21" name="Google Shape;21;p13"/>
          <p:cNvSpPr txBox="1">
            <a:spLocks noGrp="1"/>
          </p:cNvSpPr>
          <p:nvPr>
            <p:ph type="subTitle" idx="4"/>
          </p:nvPr>
        </p:nvSpPr>
        <p:spPr>
          <a:xfrm>
            <a:off x="3729900" y="4217102"/>
            <a:ext cx="16842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22" name="Google Shape;22;p13"/>
          <p:cNvSpPr txBox="1">
            <a:spLocks noGrp="1"/>
          </p:cNvSpPr>
          <p:nvPr>
            <p:ph type="title" idx="5"/>
          </p:nvPr>
        </p:nvSpPr>
        <p:spPr>
          <a:xfrm>
            <a:off x="574363" y="3410283"/>
            <a:ext cx="1899300" cy="714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a:endParaRPr/>
          </a:p>
        </p:txBody>
      </p:sp>
      <p:sp>
        <p:nvSpPr>
          <p:cNvPr id="23" name="Google Shape;23;p13"/>
          <p:cNvSpPr txBox="1">
            <a:spLocks noGrp="1"/>
          </p:cNvSpPr>
          <p:nvPr>
            <p:ph type="subTitle" idx="6"/>
          </p:nvPr>
        </p:nvSpPr>
        <p:spPr>
          <a:xfrm>
            <a:off x="681913" y="4217102"/>
            <a:ext cx="16842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24" name="Google Shape;24;p13"/>
          <p:cNvSpPr txBox="1">
            <a:spLocks noGrp="1"/>
          </p:cNvSpPr>
          <p:nvPr>
            <p:ph type="title" idx="7"/>
          </p:nvPr>
        </p:nvSpPr>
        <p:spPr>
          <a:xfrm>
            <a:off x="6670325" y="3410283"/>
            <a:ext cx="1899300" cy="714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a:endParaRPr/>
          </a:p>
        </p:txBody>
      </p:sp>
      <p:sp>
        <p:nvSpPr>
          <p:cNvPr id="25" name="Google Shape;25;p13"/>
          <p:cNvSpPr txBox="1">
            <a:spLocks noGrp="1"/>
          </p:cNvSpPr>
          <p:nvPr>
            <p:ph type="subTitle" idx="8"/>
          </p:nvPr>
        </p:nvSpPr>
        <p:spPr>
          <a:xfrm>
            <a:off x="6777875" y="4217102"/>
            <a:ext cx="16842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ree storyboards alt">
  <p:cSld name="BLANK_1_1_1_1_1_1_1_1_1_1_1_1_1_1_1_1_1_1_1">
    <p:spTree>
      <p:nvGrpSpPr>
        <p:cNvPr id="1" name="Shape 26"/>
        <p:cNvGrpSpPr/>
        <p:nvPr/>
      </p:nvGrpSpPr>
      <p:grpSpPr>
        <a:xfrm>
          <a:off x="0" y="0"/>
          <a:ext cx="0" cy="0"/>
          <a:chOff x="0" y="0"/>
          <a:chExt cx="0" cy="0"/>
        </a:xfrm>
      </p:grpSpPr>
      <p:sp>
        <p:nvSpPr>
          <p:cNvPr id="27" name="Google Shape;27;p14"/>
          <p:cNvSpPr txBox="1">
            <a:spLocks noGrp="1"/>
          </p:cNvSpPr>
          <p:nvPr>
            <p:ph type="body" idx="1"/>
          </p:nvPr>
        </p:nvSpPr>
        <p:spPr>
          <a:xfrm>
            <a:off x="256025" y="4056350"/>
            <a:ext cx="2661300" cy="8310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28" name="Google Shape;28;p14"/>
          <p:cNvSpPr txBox="1">
            <a:spLocks noGrp="1"/>
          </p:cNvSpPr>
          <p:nvPr>
            <p:ph type="body" idx="2"/>
          </p:nvPr>
        </p:nvSpPr>
        <p:spPr>
          <a:xfrm>
            <a:off x="3241424" y="4056350"/>
            <a:ext cx="2661300" cy="8310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29" name="Google Shape;29;p14"/>
          <p:cNvSpPr txBox="1">
            <a:spLocks noGrp="1"/>
          </p:cNvSpPr>
          <p:nvPr>
            <p:ph type="body" idx="3"/>
          </p:nvPr>
        </p:nvSpPr>
        <p:spPr>
          <a:xfrm>
            <a:off x="6226798" y="4056350"/>
            <a:ext cx="2661300" cy="8310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30" name="Google Shape;30;p14"/>
          <p:cNvSpPr>
            <a:spLocks noGrp="1"/>
          </p:cNvSpPr>
          <p:nvPr>
            <p:ph type="pic" idx="4"/>
          </p:nvPr>
        </p:nvSpPr>
        <p:spPr>
          <a:xfrm>
            <a:off x="256025" y="1597425"/>
            <a:ext cx="2661300" cy="1966200"/>
          </a:xfrm>
          <a:prstGeom prst="rect">
            <a:avLst/>
          </a:prstGeom>
          <a:noFill/>
          <a:ln>
            <a:noFill/>
          </a:ln>
        </p:spPr>
      </p:sp>
      <p:sp>
        <p:nvSpPr>
          <p:cNvPr id="31" name="Google Shape;31;p14"/>
          <p:cNvSpPr>
            <a:spLocks noGrp="1"/>
          </p:cNvSpPr>
          <p:nvPr>
            <p:ph type="pic" idx="5"/>
          </p:nvPr>
        </p:nvSpPr>
        <p:spPr>
          <a:xfrm>
            <a:off x="3241425" y="1597425"/>
            <a:ext cx="2661300" cy="1966200"/>
          </a:xfrm>
          <a:prstGeom prst="rect">
            <a:avLst/>
          </a:prstGeom>
          <a:noFill/>
          <a:ln>
            <a:noFill/>
          </a:ln>
        </p:spPr>
      </p:sp>
      <p:sp>
        <p:nvSpPr>
          <p:cNvPr id="32" name="Google Shape;32;p14"/>
          <p:cNvSpPr>
            <a:spLocks noGrp="1"/>
          </p:cNvSpPr>
          <p:nvPr>
            <p:ph type="pic" idx="6"/>
          </p:nvPr>
        </p:nvSpPr>
        <p:spPr>
          <a:xfrm>
            <a:off x="6226825" y="1588650"/>
            <a:ext cx="2661300" cy="1966200"/>
          </a:xfrm>
          <a:prstGeom prst="rect">
            <a:avLst/>
          </a:prstGeom>
          <a:noFill/>
          <a:ln>
            <a:noFill/>
          </a:ln>
        </p:spPr>
      </p:sp>
      <p:sp>
        <p:nvSpPr>
          <p:cNvPr id="33" name="Google Shape;33;p14"/>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34" name="Google Shape;34;p14"/>
          <p:cNvSpPr txBox="1">
            <a:spLocks noGrp="1"/>
          </p:cNvSpPr>
          <p:nvPr>
            <p:ph type="subTitle" idx="7"/>
          </p:nvPr>
        </p:nvSpPr>
        <p:spPr>
          <a:xfrm>
            <a:off x="256050" y="3765870"/>
            <a:ext cx="2661300" cy="1641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Clr>
                <a:schemeClr val="dk1"/>
              </a:buClr>
              <a:buSzPts val="1200"/>
              <a:buFont typeface="Montserrat"/>
              <a:buNone/>
              <a:defRPr sz="1200">
                <a:solidFill>
                  <a:schemeClr val="dk1"/>
                </a:solidFill>
              </a:defRPr>
            </a:lvl1pPr>
            <a:lvl2pPr lvl="1" algn="l">
              <a:lnSpc>
                <a:spcPct val="115000"/>
              </a:lnSpc>
              <a:spcBef>
                <a:spcPts val="0"/>
              </a:spcBef>
              <a:spcAft>
                <a:spcPts val="0"/>
              </a:spcAft>
              <a:buClr>
                <a:schemeClr val="dk1"/>
              </a:buClr>
              <a:buSzPts val="1200"/>
              <a:buFont typeface="Montserrat"/>
              <a:buNone/>
              <a:defRPr sz="1200">
                <a:solidFill>
                  <a:schemeClr val="dk1"/>
                </a:solidFill>
              </a:defRPr>
            </a:lvl2pPr>
            <a:lvl3pPr lvl="2" algn="l">
              <a:lnSpc>
                <a:spcPct val="115000"/>
              </a:lnSpc>
              <a:spcBef>
                <a:spcPts val="0"/>
              </a:spcBef>
              <a:spcAft>
                <a:spcPts val="0"/>
              </a:spcAft>
              <a:buClr>
                <a:schemeClr val="dk1"/>
              </a:buClr>
              <a:buSzPts val="1200"/>
              <a:buFont typeface="Montserrat"/>
              <a:buNone/>
              <a:defRPr sz="1200">
                <a:solidFill>
                  <a:schemeClr val="dk1"/>
                </a:solidFill>
              </a:defRPr>
            </a:lvl3pPr>
            <a:lvl4pPr lvl="3" algn="l">
              <a:lnSpc>
                <a:spcPct val="115000"/>
              </a:lnSpc>
              <a:spcBef>
                <a:spcPts val="0"/>
              </a:spcBef>
              <a:spcAft>
                <a:spcPts val="0"/>
              </a:spcAft>
              <a:buClr>
                <a:schemeClr val="dk1"/>
              </a:buClr>
              <a:buSzPts val="1200"/>
              <a:buFont typeface="Montserrat"/>
              <a:buNone/>
              <a:defRPr sz="1200">
                <a:solidFill>
                  <a:schemeClr val="dk1"/>
                </a:solidFill>
              </a:defRPr>
            </a:lvl4pPr>
            <a:lvl5pPr lvl="4" algn="l">
              <a:lnSpc>
                <a:spcPct val="115000"/>
              </a:lnSpc>
              <a:spcBef>
                <a:spcPts val="0"/>
              </a:spcBef>
              <a:spcAft>
                <a:spcPts val="0"/>
              </a:spcAft>
              <a:buClr>
                <a:schemeClr val="dk1"/>
              </a:buClr>
              <a:buSzPts val="1200"/>
              <a:buFont typeface="Montserrat"/>
              <a:buNone/>
              <a:defRPr sz="1200">
                <a:solidFill>
                  <a:schemeClr val="dk1"/>
                </a:solidFill>
              </a:defRPr>
            </a:lvl5pPr>
            <a:lvl6pPr lvl="5" algn="l">
              <a:lnSpc>
                <a:spcPct val="115000"/>
              </a:lnSpc>
              <a:spcBef>
                <a:spcPts val="0"/>
              </a:spcBef>
              <a:spcAft>
                <a:spcPts val="0"/>
              </a:spcAft>
              <a:buClr>
                <a:schemeClr val="dk1"/>
              </a:buClr>
              <a:buSzPts val="1200"/>
              <a:buFont typeface="Montserrat"/>
              <a:buNone/>
              <a:defRPr sz="1200">
                <a:solidFill>
                  <a:schemeClr val="dk1"/>
                </a:solidFill>
              </a:defRPr>
            </a:lvl6pPr>
            <a:lvl7pPr lvl="6" algn="l">
              <a:lnSpc>
                <a:spcPct val="115000"/>
              </a:lnSpc>
              <a:spcBef>
                <a:spcPts val="0"/>
              </a:spcBef>
              <a:spcAft>
                <a:spcPts val="0"/>
              </a:spcAft>
              <a:buClr>
                <a:schemeClr val="dk1"/>
              </a:buClr>
              <a:buSzPts val="1200"/>
              <a:buFont typeface="Montserrat"/>
              <a:buNone/>
              <a:defRPr sz="1200">
                <a:solidFill>
                  <a:schemeClr val="dk1"/>
                </a:solidFill>
              </a:defRPr>
            </a:lvl7pPr>
            <a:lvl8pPr lvl="7" algn="l">
              <a:lnSpc>
                <a:spcPct val="115000"/>
              </a:lnSpc>
              <a:spcBef>
                <a:spcPts val="0"/>
              </a:spcBef>
              <a:spcAft>
                <a:spcPts val="0"/>
              </a:spcAft>
              <a:buClr>
                <a:schemeClr val="dk1"/>
              </a:buClr>
              <a:buSzPts val="1200"/>
              <a:buFont typeface="Montserrat"/>
              <a:buNone/>
              <a:defRPr sz="1200">
                <a:solidFill>
                  <a:schemeClr val="dk1"/>
                </a:solidFill>
              </a:defRPr>
            </a:lvl8pPr>
            <a:lvl9pPr lvl="8" algn="l">
              <a:lnSpc>
                <a:spcPct val="115000"/>
              </a:lnSpc>
              <a:spcBef>
                <a:spcPts val="0"/>
              </a:spcBef>
              <a:spcAft>
                <a:spcPts val="0"/>
              </a:spcAft>
              <a:buClr>
                <a:schemeClr val="dk1"/>
              </a:buClr>
              <a:buSzPts val="1200"/>
              <a:buFont typeface="Montserrat"/>
              <a:buNone/>
              <a:defRPr sz="1200">
                <a:solidFill>
                  <a:schemeClr val="dk1"/>
                </a:solidFill>
              </a:defRPr>
            </a:lvl9pPr>
          </a:lstStyle>
          <a:p>
            <a:endParaRPr/>
          </a:p>
        </p:txBody>
      </p:sp>
      <p:sp>
        <p:nvSpPr>
          <p:cNvPr id="35" name="Google Shape;35;p14"/>
          <p:cNvSpPr txBox="1">
            <a:spLocks noGrp="1"/>
          </p:cNvSpPr>
          <p:nvPr>
            <p:ph type="subTitle" idx="8"/>
          </p:nvPr>
        </p:nvSpPr>
        <p:spPr>
          <a:xfrm>
            <a:off x="3241350" y="3765870"/>
            <a:ext cx="2661300" cy="1641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Clr>
                <a:schemeClr val="dk1"/>
              </a:buClr>
              <a:buSzPts val="1200"/>
              <a:buFont typeface="Montserrat"/>
              <a:buNone/>
              <a:defRPr sz="1200">
                <a:solidFill>
                  <a:schemeClr val="dk1"/>
                </a:solidFill>
              </a:defRPr>
            </a:lvl1pPr>
            <a:lvl2pPr lvl="1" algn="l">
              <a:lnSpc>
                <a:spcPct val="115000"/>
              </a:lnSpc>
              <a:spcBef>
                <a:spcPts val="0"/>
              </a:spcBef>
              <a:spcAft>
                <a:spcPts val="0"/>
              </a:spcAft>
              <a:buClr>
                <a:schemeClr val="dk1"/>
              </a:buClr>
              <a:buSzPts val="1200"/>
              <a:buFont typeface="Montserrat"/>
              <a:buNone/>
              <a:defRPr sz="1200">
                <a:solidFill>
                  <a:schemeClr val="dk1"/>
                </a:solidFill>
              </a:defRPr>
            </a:lvl2pPr>
            <a:lvl3pPr lvl="2" algn="l">
              <a:lnSpc>
                <a:spcPct val="115000"/>
              </a:lnSpc>
              <a:spcBef>
                <a:spcPts val="0"/>
              </a:spcBef>
              <a:spcAft>
                <a:spcPts val="0"/>
              </a:spcAft>
              <a:buClr>
                <a:schemeClr val="dk1"/>
              </a:buClr>
              <a:buSzPts val="1200"/>
              <a:buFont typeface="Montserrat"/>
              <a:buNone/>
              <a:defRPr sz="1200">
                <a:solidFill>
                  <a:schemeClr val="dk1"/>
                </a:solidFill>
              </a:defRPr>
            </a:lvl3pPr>
            <a:lvl4pPr lvl="3" algn="l">
              <a:lnSpc>
                <a:spcPct val="115000"/>
              </a:lnSpc>
              <a:spcBef>
                <a:spcPts val="0"/>
              </a:spcBef>
              <a:spcAft>
                <a:spcPts val="0"/>
              </a:spcAft>
              <a:buClr>
                <a:schemeClr val="dk1"/>
              </a:buClr>
              <a:buSzPts val="1200"/>
              <a:buFont typeface="Montserrat"/>
              <a:buNone/>
              <a:defRPr sz="1200">
                <a:solidFill>
                  <a:schemeClr val="dk1"/>
                </a:solidFill>
              </a:defRPr>
            </a:lvl4pPr>
            <a:lvl5pPr lvl="4" algn="l">
              <a:lnSpc>
                <a:spcPct val="115000"/>
              </a:lnSpc>
              <a:spcBef>
                <a:spcPts val="0"/>
              </a:spcBef>
              <a:spcAft>
                <a:spcPts val="0"/>
              </a:spcAft>
              <a:buClr>
                <a:schemeClr val="dk1"/>
              </a:buClr>
              <a:buSzPts val="1200"/>
              <a:buFont typeface="Montserrat"/>
              <a:buNone/>
              <a:defRPr sz="1200">
                <a:solidFill>
                  <a:schemeClr val="dk1"/>
                </a:solidFill>
              </a:defRPr>
            </a:lvl5pPr>
            <a:lvl6pPr lvl="5" algn="l">
              <a:lnSpc>
                <a:spcPct val="115000"/>
              </a:lnSpc>
              <a:spcBef>
                <a:spcPts val="0"/>
              </a:spcBef>
              <a:spcAft>
                <a:spcPts val="0"/>
              </a:spcAft>
              <a:buClr>
                <a:schemeClr val="dk1"/>
              </a:buClr>
              <a:buSzPts val="1200"/>
              <a:buFont typeface="Montserrat"/>
              <a:buNone/>
              <a:defRPr sz="1200">
                <a:solidFill>
                  <a:schemeClr val="dk1"/>
                </a:solidFill>
              </a:defRPr>
            </a:lvl6pPr>
            <a:lvl7pPr lvl="6" algn="l">
              <a:lnSpc>
                <a:spcPct val="115000"/>
              </a:lnSpc>
              <a:spcBef>
                <a:spcPts val="0"/>
              </a:spcBef>
              <a:spcAft>
                <a:spcPts val="0"/>
              </a:spcAft>
              <a:buClr>
                <a:schemeClr val="dk1"/>
              </a:buClr>
              <a:buSzPts val="1200"/>
              <a:buFont typeface="Montserrat"/>
              <a:buNone/>
              <a:defRPr sz="1200">
                <a:solidFill>
                  <a:schemeClr val="dk1"/>
                </a:solidFill>
              </a:defRPr>
            </a:lvl7pPr>
            <a:lvl8pPr lvl="7" algn="l">
              <a:lnSpc>
                <a:spcPct val="115000"/>
              </a:lnSpc>
              <a:spcBef>
                <a:spcPts val="0"/>
              </a:spcBef>
              <a:spcAft>
                <a:spcPts val="0"/>
              </a:spcAft>
              <a:buClr>
                <a:schemeClr val="dk1"/>
              </a:buClr>
              <a:buSzPts val="1200"/>
              <a:buFont typeface="Montserrat"/>
              <a:buNone/>
              <a:defRPr sz="1200">
                <a:solidFill>
                  <a:schemeClr val="dk1"/>
                </a:solidFill>
              </a:defRPr>
            </a:lvl8pPr>
            <a:lvl9pPr lvl="8" algn="l">
              <a:lnSpc>
                <a:spcPct val="115000"/>
              </a:lnSpc>
              <a:spcBef>
                <a:spcPts val="0"/>
              </a:spcBef>
              <a:spcAft>
                <a:spcPts val="0"/>
              </a:spcAft>
              <a:buClr>
                <a:schemeClr val="dk1"/>
              </a:buClr>
              <a:buSzPts val="1200"/>
              <a:buFont typeface="Montserrat"/>
              <a:buNone/>
              <a:defRPr sz="1200">
                <a:solidFill>
                  <a:schemeClr val="dk1"/>
                </a:solidFill>
              </a:defRPr>
            </a:lvl9pPr>
          </a:lstStyle>
          <a:p>
            <a:endParaRPr/>
          </a:p>
        </p:txBody>
      </p:sp>
      <p:sp>
        <p:nvSpPr>
          <p:cNvPr id="36" name="Google Shape;36;p14"/>
          <p:cNvSpPr txBox="1">
            <a:spLocks noGrp="1"/>
          </p:cNvSpPr>
          <p:nvPr>
            <p:ph type="subTitle" idx="9"/>
          </p:nvPr>
        </p:nvSpPr>
        <p:spPr>
          <a:xfrm>
            <a:off x="6226650" y="3765870"/>
            <a:ext cx="2661300" cy="1641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Clr>
                <a:schemeClr val="dk1"/>
              </a:buClr>
              <a:buSzPts val="1200"/>
              <a:buFont typeface="Montserrat"/>
              <a:buNone/>
              <a:defRPr sz="1200">
                <a:solidFill>
                  <a:schemeClr val="dk1"/>
                </a:solidFill>
              </a:defRPr>
            </a:lvl1pPr>
            <a:lvl2pPr lvl="1" algn="l">
              <a:lnSpc>
                <a:spcPct val="115000"/>
              </a:lnSpc>
              <a:spcBef>
                <a:spcPts val="0"/>
              </a:spcBef>
              <a:spcAft>
                <a:spcPts val="0"/>
              </a:spcAft>
              <a:buClr>
                <a:schemeClr val="dk1"/>
              </a:buClr>
              <a:buSzPts val="1200"/>
              <a:buFont typeface="Montserrat"/>
              <a:buNone/>
              <a:defRPr sz="1200">
                <a:solidFill>
                  <a:schemeClr val="dk1"/>
                </a:solidFill>
              </a:defRPr>
            </a:lvl2pPr>
            <a:lvl3pPr lvl="2" algn="l">
              <a:lnSpc>
                <a:spcPct val="115000"/>
              </a:lnSpc>
              <a:spcBef>
                <a:spcPts val="0"/>
              </a:spcBef>
              <a:spcAft>
                <a:spcPts val="0"/>
              </a:spcAft>
              <a:buClr>
                <a:schemeClr val="dk1"/>
              </a:buClr>
              <a:buSzPts val="1200"/>
              <a:buFont typeface="Montserrat"/>
              <a:buNone/>
              <a:defRPr sz="1200">
                <a:solidFill>
                  <a:schemeClr val="dk1"/>
                </a:solidFill>
              </a:defRPr>
            </a:lvl3pPr>
            <a:lvl4pPr lvl="3" algn="l">
              <a:lnSpc>
                <a:spcPct val="115000"/>
              </a:lnSpc>
              <a:spcBef>
                <a:spcPts val="0"/>
              </a:spcBef>
              <a:spcAft>
                <a:spcPts val="0"/>
              </a:spcAft>
              <a:buClr>
                <a:schemeClr val="dk1"/>
              </a:buClr>
              <a:buSzPts val="1200"/>
              <a:buFont typeface="Montserrat"/>
              <a:buNone/>
              <a:defRPr sz="1200">
                <a:solidFill>
                  <a:schemeClr val="dk1"/>
                </a:solidFill>
              </a:defRPr>
            </a:lvl4pPr>
            <a:lvl5pPr lvl="4" algn="l">
              <a:lnSpc>
                <a:spcPct val="115000"/>
              </a:lnSpc>
              <a:spcBef>
                <a:spcPts val="0"/>
              </a:spcBef>
              <a:spcAft>
                <a:spcPts val="0"/>
              </a:spcAft>
              <a:buClr>
                <a:schemeClr val="dk1"/>
              </a:buClr>
              <a:buSzPts val="1200"/>
              <a:buFont typeface="Montserrat"/>
              <a:buNone/>
              <a:defRPr sz="1200">
                <a:solidFill>
                  <a:schemeClr val="dk1"/>
                </a:solidFill>
              </a:defRPr>
            </a:lvl5pPr>
            <a:lvl6pPr lvl="5" algn="l">
              <a:lnSpc>
                <a:spcPct val="115000"/>
              </a:lnSpc>
              <a:spcBef>
                <a:spcPts val="0"/>
              </a:spcBef>
              <a:spcAft>
                <a:spcPts val="0"/>
              </a:spcAft>
              <a:buClr>
                <a:schemeClr val="dk1"/>
              </a:buClr>
              <a:buSzPts val="1200"/>
              <a:buFont typeface="Montserrat"/>
              <a:buNone/>
              <a:defRPr sz="1200">
                <a:solidFill>
                  <a:schemeClr val="dk1"/>
                </a:solidFill>
              </a:defRPr>
            </a:lvl6pPr>
            <a:lvl7pPr lvl="6" algn="l">
              <a:lnSpc>
                <a:spcPct val="115000"/>
              </a:lnSpc>
              <a:spcBef>
                <a:spcPts val="0"/>
              </a:spcBef>
              <a:spcAft>
                <a:spcPts val="0"/>
              </a:spcAft>
              <a:buClr>
                <a:schemeClr val="dk1"/>
              </a:buClr>
              <a:buSzPts val="1200"/>
              <a:buFont typeface="Montserrat"/>
              <a:buNone/>
              <a:defRPr sz="1200">
                <a:solidFill>
                  <a:schemeClr val="dk1"/>
                </a:solidFill>
              </a:defRPr>
            </a:lvl7pPr>
            <a:lvl8pPr lvl="7" algn="l">
              <a:lnSpc>
                <a:spcPct val="115000"/>
              </a:lnSpc>
              <a:spcBef>
                <a:spcPts val="0"/>
              </a:spcBef>
              <a:spcAft>
                <a:spcPts val="0"/>
              </a:spcAft>
              <a:buClr>
                <a:schemeClr val="dk1"/>
              </a:buClr>
              <a:buSzPts val="1200"/>
              <a:buFont typeface="Montserrat"/>
              <a:buNone/>
              <a:defRPr sz="1200">
                <a:solidFill>
                  <a:schemeClr val="dk1"/>
                </a:solidFill>
              </a:defRPr>
            </a:lvl8pPr>
            <a:lvl9pPr lvl="8" algn="l">
              <a:lnSpc>
                <a:spcPct val="115000"/>
              </a:lnSpc>
              <a:spcBef>
                <a:spcPts val="0"/>
              </a:spcBef>
              <a:spcAft>
                <a:spcPts val="0"/>
              </a:spcAft>
              <a:buClr>
                <a:schemeClr val="dk1"/>
              </a:buClr>
              <a:buSzPts val="1200"/>
              <a:buFont typeface="Montserrat"/>
              <a:buNone/>
              <a:defRPr sz="1200">
                <a:solidFill>
                  <a:schemeClr val="dk1"/>
                </a:solidFill>
              </a:defRPr>
            </a:lvl9pPr>
          </a:lstStyle>
          <a:p>
            <a:endParaRPr/>
          </a:p>
        </p:txBody>
      </p:sp>
      <p:sp>
        <p:nvSpPr>
          <p:cNvPr id="37" name="Google Shape;37;p14"/>
          <p:cNvSpPr txBox="1">
            <a:spLocks noGrp="1"/>
          </p:cNvSpPr>
          <p:nvPr>
            <p:ph type="subTitle" idx="13"/>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section 2 content display">
  <p:cSld name="BLANK_1_1_1_1_1_1_1_1_1_1_1_2_1_4">
    <p:bg>
      <p:bgPr>
        <a:solidFill>
          <a:schemeClr val="lt1"/>
        </a:solidFill>
        <a:effectLst/>
      </p:bgPr>
    </p:bg>
    <p:spTree>
      <p:nvGrpSpPr>
        <p:cNvPr id="1" name="Shape 38"/>
        <p:cNvGrpSpPr/>
        <p:nvPr/>
      </p:nvGrpSpPr>
      <p:grpSpPr>
        <a:xfrm>
          <a:off x="0" y="0"/>
          <a:ext cx="0" cy="0"/>
          <a:chOff x="0" y="0"/>
          <a:chExt cx="0" cy="0"/>
        </a:xfrm>
      </p:grpSpPr>
      <p:sp>
        <p:nvSpPr>
          <p:cNvPr id="39" name="Google Shape;39;p15"/>
          <p:cNvSpPr/>
          <p:nvPr/>
        </p:nvSpPr>
        <p:spPr>
          <a:xfrm>
            <a:off x="8141300" y="200278"/>
            <a:ext cx="823800" cy="198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15"/>
          <p:cNvSpPr/>
          <p:nvPr/>
        </p:nvSpPr>
        <p:spPr>
          <a:xfrm>
            <a:off x="0" y="1218975"/>
            <a:ext cx="9144000" cy="3924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41" name="Google Shape;41;p15"/>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42" name="Google Shape;42;p15"/>
          <p:cNvSpPr/>
          <p:nvPr/>
        </p:nvSpPr>
        <p:spPr>
          <a:xfrm>
            <a:off x="7643840" y="0"/>
            <a:ext cx="658800" cy="6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43" name="Google Shape;43;p15"/>
          <p:cNvSpPr/>
          <p:nvPr/>
        </p:nvSpPr>
        <p:spPr>
          <a:xfrm>
            <a:off x="7312266" y="887434"/>
            <a:ext cx="331500" cy="33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44" name="Google Shape;44;p15"/>
          <p:cNvSpPr/>
          <p:nvPr/>
        </p:nvSpPr>
        <p:spPr>
          <a:xfrm>
            <a:off x="8302516" y="377490"/>
            <a:ext cx="841500" cy="84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45" name="Google Shape;45;p15"/>
          <p:cNvSpPr/>
          <p:nvPr/>
        </p:nvSpPr>
        <p:spPr>
          <a:xfrm>
            <a:off x="8676264" y="751239"/>
            <a:ext cx="94200" cy="94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cxnSp>
        <p:nvCxnSpPr>
          <p:cNvPr id="46" name="Google Shape;46;p15"/>
          <p:cNvCxnSpPr>
            <a:stCxn id="45" idx="7"/>
            <a:endCxn id="42" idx="7"/>
          </p:cNvCxnSpPr>
          <p:nvPr/>
        </p:nvCxnSpPr>
        <p:spPr>
          <a:xfrm rot="10800000">
            <a:off x="8206169" y="96334"/>
            <a:ext cx="550500" cy="668700"/>
          </a:xfrm>
          <a:prstGeom prst="straightConnector1">
            <a:avLst/>
          </a:prstGeom>
          <a:noFill/>
          <a:ln w="9525" cap="flat" cmpd="sng">
            <a:solidFill>
              <a:schemeClr val="dk1"/>
            </a:solidFill>
            <a:prstDash val="solid"/>
            <a:round/>
            <a:headEnd type="none" w="sm" len="sm"/>
            <a:tailEnd type="none" w="sm" len="sm"/>
          </a:ln>
        </p:spPr>
      </p:cxnSp>
      <p:cxnSp>
        <p:nvCxnSpPr>
          <p:cNvPr id="47" name="Google Shape;47;p15"/>
          <p:cNvCxnSpPr>
            <a:stCxn id="45" idx="4"/>
          </p:cNvCxnSpPr>
          <p:nvPr/>
        </p:nvCxnSpPr>
        <p:spPr>
          <a:xfrm flipH="1">
            <a:off x="7517364" y="845439"/>
            <a:ext cx="1206000" cy="369600"/>
          </a:xfrm>
          <a:prstGeom prst="straightConnector1">
            <a:avLst/>
          </a:prstGeom>
          <a:noFill/>
          <a:ln w="9525" cap="flat" cmpd="sng">
            <a:solidFill>
              <a:schemeClr val="dk1"/>
            </a:solidFill>
            <a:prstDash val="solid"/>
            <a:round/>
            <a:headEnd type="none" w="sm" len="sm"/>
            <a:tailEnd type="none" w="sm" len="sm"/>
          </a:ln>
        </p:spPr>
      </p:cxnSp>
      <p:cxnSp>
        <p:nvCxnSpPr>
          <p:cNvPr id="48" name="Google Shape;48;p15"/>
          <p:cNvCxnSpPr/>
          <p:nvPr/>
        </p:nvCxnSpPr>
        <p:spPr>
          <a:xfrm rot="10800000" flipH="1">
            <a:off x="7323426" y="233734"/>
            <a:ext cx="335400" cy="759900"/>
          </a:xfrm>
          <a:prstGeom prst="straightConnector1">
            <a:avLst/>
          </a:prstGeom>
          <a:noFill/>
          <a:ln w="9525" cap="flat" cmpd="sng">
            <a:solidFill>
              <a:schemeClr val="dk1"/>
            </a:solidFill>
            <a:prstDash val="solid"/>
            <a:round/>
            <a:headEnd type="none" w="sm" len="sm"/>
            <a:tailEnd type="none" w="sm" len="sm"/>
          </a:ln>
        </p:spPr>
      </p:cxnSp>
      <p:sp>
        <p:nvSpPr>
          <p:cNvPr id="49" name="Google Shape;49;p15"/>
          <p:cNvSpPr txBox="1">
            <a:spLocks noGrp="1"/>
          </p:cNvSpPr>
          <p:nvPr>
            <p:ph type="body" idx="1"/>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50" name="Google Shape;50;p15"/>
          <p:cNvSpPr txBox="1">
            <a:spLocks noGrp="1"/>
          </p:cNvSpPr>
          <p:nvPr>
            <p:ph type="body" idx="2"/>
          </p:nvPr>
        </p:nvSpPr>
        <p:spPr>
          <a:xfrm>
            <a:off x="1994150" y="3231050"/>
            <a:ext cx="2458500" cy="16581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51" name="Google Shape;51;p15"/>
          <p:cNvSpPr>
            <a:spLocks noGrp="1"/>
          </p:cNvSpPr>
          <p:nvPr>
            <p:ph type="pic" idx="3"/>
          </p:nvPr>
        </p:nvSpPr>
        <p:spPr>
          <a:xfrm>
            <a:off x="255950" y="2983150"/>
            <a:ext cx="1588200" cy="1904400"/>
          </a:xfrm>
          <a:prstGeom prst="rect">
            <a:avLst/>
          </a:prstGeom>
          <a:noFill/>
          <a:ln>
            <a:noFill/>
          </a:ln>
        </p:spPr>
      </p:sp>
      <p:sp>
        <p:nvSpPr>
          <p:cNvPr id="52" name="Google Shape;52;p15"/>
          <p:cNvSpPr txBox="1">
            <a:spLocks noGrp="1"/>
          </p:cNvSpPr>
          <p:nvPr>
            <p:ph type="subTitle" idx="4"/>
          </p:nvPr>
        </p:nvSpPr>
        <p:spPr>
          <a:xfrm>
            <a:off x="1994150" y="2994050"/>
            <a:ext cx="2458500" cy="1641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a:endParaRPr/>
          </a:p>
        </p:txBody>
      </p:sp>
      <p:sp>
        <p:nvSpPr>
          <p:cNvPr id="53" name="Google Shape;53;p15"/>
          <p:cNvSpPr txBox="1">
            <a:spLocks noGrp="1"/>
          </p:cNvSpPr>
          <p:nvPr>
            <p:ph type="body" idx="5"/>
          </p:nvPr>
        </p:nvSpPr>
        <p:spPr>
          <a:xfrm>
            <a:off x="6429400" y="3231850"/>
            <a:ext cx="2458500" cy="16581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54" name="Google Shape;54;p15"/>
          <p:cNvSpPr>
            <a:spLocks noGrp="1"/>
          </p:cNvSpPr>
          <p:nvPr>
            <p:ph type="pic" idx="6"/>
          </p:nvPr>
        </p:nvSpPr>
        <p:spPr>
          <a:xfrm>
            <a:off x="4691200" y="2983950"/>
            <a:ext cx="1588200" cy="1904400"/>
          </a:xfrm>
          <a:prstGeom prst="rect">
            <a:avLst/>
          </a:prstGeom>
          <a:noFill/>
          <a:ln>
            <a:noFill/>
          </a:ln>
        </p:spPr>
      </p:sp>
      <p:sp>
        <p:nvSpPr>
          <p:cNvPr id="55" name="Google Shape;55;p15"/>
          <p:cNvSpPr txBox="1">
            <a:spLocks noGrp="1"/>
          </p:cNvSpPr>
          <p:nvPr>
            <p:ph type="subTitle" idx="7"/>
          </p:nvPr>
        </p:nvSpPr>
        <p:spPr>
          <a:xfrm>
            <a:off x="6429400" y="2994850"/>
            <a:ext cx="2458500" cy="1641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a:endParaRPr/>
          </a:p>
        </p:txBody>
      </p:sp>
      <p:sp>
        <p:nvSpPr>
          <p:cNvPr id="56" name="Google Shape;56;p15"/>
          <p:cNvSpPr txBox="1">
            <a:spLocks noGrp="1"/>
          </p:cNvSpPr>
          <p:nvPr>
            <p:ph type="body" idx="8"/>
          </p:nvPr>
        </p:nvSpPr>
        <p:spPr>
          <a:xfrm>
            <a:off x="488242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alt">
  <p:cSld name="BLANK_1_1_1">
    <p:spTree>
      <p:nvGrpSpPr>
        <p:cNvPr id="1" name="Shape 57"/>
        <p:cNvGrpSpPr/>
        <p:nvPr/>
      </p:nvGrpSpPr>
      <p:grpSpPr>
        <a:xfrm>
          <a:off x="0" y="0"/>
          <a:ext cx="0" cy="0"/>
          <a:chOff x="0" y="0"/>
          <a:chExt cx="0" cy="0"/>
        </a:xfrm>
      </p:grpSpPr>
      <p:sp>
        <p:nvSpPr>
          <p:cNvPr id="58" name="Google Shape;58;p16"/>
          <p:cNvSpPr txBox="1">
            <a:spLocks noGrp="1"/>
          </p:cNvSpPr>
          <p:nvPr>
            <p:ph type="body" idx="1"/>
          </p:nvPr>
        </p:nvSpPr>
        <p:spPr>
          <a:xfrm>
            <a:off x="256025" y="2647675"/>
            <a:ext cx="3639600" cy="22398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59" name="Google Shape;59;p16"/>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60" name="Google Shape;60;p16"/>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 Alt 1">
  <p:cSld name="BLANK_1_1_1_1_1_1_1_2">
    <p:spTree>
      <p:nvGrpSpPr>
        <p:cNvPr id="1" name="Shape 61"/>
        <p:cNvGrpSpPr/>
        <p:nvPr/>
      </p:nvGrpSpPr>
      <p:grpSpPr>
        <a:xfrm>
          <a:off x="0" y="0"/>
          <a:ext cx="0" cy="0"/>
          <a:chOff x="0" y="0"/>
          <a:chExt cx="0" cy="0"/>
        </a:xfrm>
      </p:grpSpPr>
      <p:sp>
        <p:nvSpPr>
          <p:cNvPr id="62" name="Google Shape;62;p17"/>
          <p:cNvSpPr/>
          <p:nvPr/>
        </p:nvSpPr>
        <p:spPr>
          <a:xfrm>
            <a:off x="4572000" y="-6600"/>
            <a:ext cx="4572000" cy="515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63" name="Google Shape;63;p17"/>
          <p:cNvSpPr txBox="1">
            <a:spLocks noGrp="1"/>
          </p:cNvSpPr>
          <p:nvPr>
            <p:ph type="title"/>
          </p:nvPr>
        </p:nvSpPr>
        <p:spPr>
          <a:xfrm>
            <a:off x="256025" y="213150"/>
            <a:ext cx="4261200" cy="1005900"/>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64" name="Google Shape;64;p17"/>
          <p:cNvSpPr txBox="1">
            <a:spLocks noGrp="1"/>
          </p:cNvSpPr>
          <p:nvPr>
            <p:ph type="body" idx="1"/>
          </p:nvPr>
        </p:nvSpPr>
        <p:spPr>
          <a:xfrm>
            <a:off x="256025" y="1547275"/>
            <a:ext cx="3639600" cy="22398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65" name="Google Shape;65;p17"/>
          <p:cNvSpPr txBox="1">
            <a:spLocks noGrp="1"/>
          </p:cNvSpPr>
          <p:nvPr>
            <p:ph type="title" idx="2"/>
          </p:nvPr>
        </p:nvSpPr>
        <p:spPr>
          <a:xfrm>
            <a:off x="6067500" y="4448600"/>
            <a:ext cx="1581000" cy="118500"/>
          </a:xfrm>
          <a:prstGeom prst="rect">
            <a:avLst/>
          </a:prstGeom>
          <a:noFill/>
          <a:ln>
            <a:noFill/>
          </a:ln>
        </p:spPr>
        <p:txBody>
          <a:bodyPr spcFirstLastPara="1" wrap="square" lIns="0" tIns="0" rIns="0" bIns="0" anchor="t" anchorCtr="0">
            <a:normAutofit/>
          </a:bodyPr>
          <a:lstStyle>
            <a:lvl1pPr lvl="0" algn="ctr">
              <a:lnSpc>
                <a:spcPct val="100000"/>
              </a:lnSpc>
              <a:spcBef>
                <a:spcPts val="0"/>
              </a:spcBef>
              <a:spcAft>
                <a:spcPts val="0"/>
              </a:spcAft>
              <a:buSzPts val="4800"/>
              <a:buNone/>
              <a:defRPr sz="1000">
                <a:solidFill>
                  <a:schemeClr val="lt2"/>
                </a:solidFill>
                <a:latin typeface="Montserrat"/>
                <a:ea typeface="Montserrat"/>
                <a:cs typeface="Montserrat"/>
                <a:sym typeface="Montserrat"/>
              </a:defRPr>
            </a:lvl1pPr>
            <a:lvl2pPr lvl="1"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2pPr>
            <a:lvl3pPr lvl="2"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3pPr>
            <a:lvl4pPr lvl="3"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4pPr>
            <a:lvl5pPr lvl="4"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5pPr>
            <a:lvl6pPr lvl="5"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6pPr>
            <a:lvl7pPr lvl="6"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7pPr>
            <a:lvl8pPr lvl="7"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8pPr>
            <a:lvl9pPr lvl="8" algn="l">
              <a:lnSpc>
                <a:spcPct val="115000"/>
              </a:lnSpc>
              <a:spcBef>
                <a:spcPts val="0"/>
              </a:spcBef>
              <a:spcAft>
                <a:spcPts val="0"/>
              </a:spcAft>
              <a:buSzPts val="4800"/>
              <a:buNone/>
              <a:defRPr sz="1000">
                <a:solidFill>
                  <a:schemeClr val="lt2"/>
                </a:solidFill>
                <a:latin typeface="Montserrat"/>
                <a:ea typeface="Montserrat"/>
                <a:cs typeface="Montserrat"/>
                <a:sym typeface="Montserrat"/>
              </a:defRPr>
            </a:lvl9pPr>
          </a:lstStyle>
          <a:p>
            <a:endParaRPr/>
          </a:p>
        </p:txBody>
      </p:sp>
      <p:sp>
        <p:nvSpPr>
          <p:cNvPr id="66" name="Google Shape;66;p17"/>
          <p:cNvSpPr txBox="1">
            <a:spLocks noGrp="1"/>
          </p:cNvSpPr>
          <p:nvPr>
            <p:ph type="title" idx="3"/>
          </p:nvPr>
        </p:nvSpPr>
        <p:spPr>
          <a:xfrm>
            <a:off x="6067500" y="4621154"/>
            <a:ext cx="1581000" cy="118500"/>
          </a:xfrm>
          <a:prstGeom prst="rect">
            <a:avLst/>
          </a:prstGeom>
          <a:noFill/>
          <a:ln>
            <a:noFill/>
          </a:ln>
        </p:spPr>
        <p:txBody>
          <a:bodyPr spcFirstLastPara="1" wrap="square" lIns="0" tIns="0" rIns="0" bIns="0" anchor="t" anchorCtr="0">
            <a:normAutofit/>
          </a:bodyPr>
          <a:lstStyle>
            <a:lvl1pPr lvl="0" algn="ctr">
              <a:lnSpc>
                <a:spcPct val="100000"/>
              </a:lnSpc>
              <a:spcBef>
                <a:spcPts val="0"/>
              </a:spcBef>
              <a:spcAft>
                <a:spcPts val="0"/>
              </a:spcAft>
              <a:buSzPts val="4800"/>
              <a:buNone/>
              <a:defRPr sz="800">
                <a:solidFill>
                  <a:schemeClr val="lt2"/>
                </a:solidFill>
              </a:defRPr>
            </a:lvl1pPr>
            <a:lvl2pPr lvl="1" algn="l">
              <a:lnSpc>
                <a:spcPct val="115000"/>
              </a:lnSpc>
              <a:spcBef>
                <a:spcPts val="0"/>
              </a:spcBef>
              <a:spcAft>
                <a:spcPts val="0"/>
              </a:spcAft>
              <a:buSzPts val="4800"/>
              <a:buNone/>
              <a:defRPr sz="800">
                <a:solidFill>
                  <a:schemeClr val="lt2"/>
                </a:solidFill>
              </a:defRPr>
            </a:lvl2pPr>
            <a:lvl3pPr lvl="2" algn="l">
              <a:lnSpc>
                <a:spcPct val="115000"/>
              </a:lnSpc>
              <a:spcBef>
                <a:spcPts val="0"/>
              </a:spcBef>
              <a:spcAft>
                <a:spcPts val="0"/>
              </a:spcAft>
              <a:buSzPts val="4800"/>
              <a:buNone/>
              <a:defRPr sz="800">
                <a:solidFill>
                  <a:schemeClr val="lt2"/>
                </a:solidFill>
              </a:defRPr>
            </a:lvl3pPr>
            <a:lvl4pPr lvl="3" algn="l">
              <a:lnSpc>
                <a:spcPct val="115000"/>
              </a:lnSpc>
              <a:spcBef>
                <a:spcPts val="0"/>
              </a:spcBef>
              <a:spcAft>
                <a:spcPts val="0"/>
              </a:spcAft>
              <a:buSzPts val="4800"/>
              <a:buNone/>
              <a:defRPr sz="800">
                <a:solidFill>
                  <a:schemeClr val="lt2"/>
                </a:solidFill>
              </a:defRPr>
            </a:lvl4pPr>
            <a:lvl5pPr lvl="4" algn="l">
              <a:lnSpc>
                <a:spcPct val="115000"/>
              </a:lnSpc>
              <a:spcBef>
                <a:spcPts val="0"/>
              </a:spcBef>
              <a:spcAft>
                <a:spcPts val="0"/>
              </a:spcAft>
              <a:buSzPts val="4800"/>
              <a:buNone/>
              <a:defRPr sz="800">
                <a:solidFill>
                  <a:schemeClr val="lt2"/>
                </a:solidFill>
              </a:defRPr>
            </a:lvl5pPr>
            <a:lvl6pPr lvl="5" algn="l">
              <a:lnSpc>
                <a:spcPct val="115000"/>
              </a:lnSpc>
              <a:spcBef>
                <a:spcPts val="0"/>
              </a:spcBef>
              <a:spcAft>
                <a:spcPts val="0"/>
              </a:spcAft>
              <a:buSzPts val="4800"/>
              <a:buNone/>
              <a:defRPr sz="800">
                <a:solidFill>
                  <a:schemeClr val="lt2"/>
                </a:solidFill>
              </a:defRPr>
            </a:lvl6pPr>
            <a:lvl7pPr lvl="6" algn="l">
              <a:lnSpc>
                <a:spcPct val="115000"/>
              </a:lnSpc>
              <a:spcBef>
                <a:spcPts val="0"/>
              </a:spcBef>
              <a:spcAft>
                <a:spcPts val="0"/>
              </a:spcAft>
              <a:buSzPts val="4800"/>
              <a:buNone/>
              <a:defRPr sz="800">
                <a:solidFill>
                  <a:schemeClr val="lt2"/>
                </a:solidFill>
              </a:defRPr>
            </a:lvl7pPr>
            <a:lvl8pPr lvl="7" algn="l">
              <a:lnSpc>
                <a:spcPct val="115000"/>
              </a:lnSpc>
              <a:spcBef>
                <a:spcPts val="0"/>
              </a:spcBef>
              <a:spcAft>
                <a:spcPts val="0"/>
              </a:spcAft>
              <a:buSzPts val="4800"/>
              <a:buNone/>
              <a:defRPr sz="800">
                <a:solidFill>
                  <a:schemeClr val="lt2"/>
                </a:solidFill>
              </a:defRPr>
            </a:lvl8pPr>
            <a:lvl9pPr lvl="8" algn="l">
              <a:lnSpc>
                <a:spcPct val="115000"/>
              </a:lnSpc>
              <a:spcBef>
                <a:spcPts val="0"/>
              </a:spcBef>
              <a:spcAft>
                <a:spcPts val="0"/>
              </a:spcAft>
              <a:buSzPts val="4800"/>
              <a:buNone/>
              <a:defRPr sz="800">
                <a:solidFill>
                  <a:schemeClr val="lt2"/>
                </a:solidFill>
              </a:defRPr>
            </a:lvl9pPr>
          </a:lstStyle>
          <a:p>
            <a:endParaRPr/>
          </a:p>
        </p:txBody>
      </p:sp>
      <p:sp>
        <p:nvSpPr>
          <p:cNvPr id="67" name="Google Shape;67;p17"/>
          <p:cNvSpPr txBox="1">
            <a:spLocks noGrp="1"/>
          </p:cNvSpPr>
          <p:nvPr>
            <p:ph type="subTitle" idx="4"/>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68" name="Google Shape;68;p17"/>
          <p:cNvSpPr txBox="1">
            <a:spLocks noGrp="1"/>
          </p:cNvSpPr>
          <p:nvPr>
            <p:ph type="body" idx="5"/>
          </p:nvPr>
        </p:nvSpPr>
        <p:spPr>
          <a:xfrm>
            <a:off x="5190600" y="1902000"/>
            <a:ext cx="3639600" cy="1644300"/>
          </a:xfrm>
          <a:prstGeom prst="rect">
            <a:avLst/>
          </a:prstGeom>
          <a:noFill/>
          <a:ln>
            <a:noFill/>
          </a:ln>
        </p:spPr>
        <p:txBody>
          <a:bodyPr spcFirstLastPara="1" wrap="square" lIns="0" tIns="0" rIns="0" bIns="0" anchor="t" anchorCtr="0">
            <a:noAutofit/>
          </a:bodyPr>
          <a:lstStyle>
            <a:lvl1pPr marL="457200" lvl="0" indent="-342900" algn="ctr">
              <a:lnSpc>
                <a:spcPct val="115000"/>
              </a:lnSpc>
              <a:spcBef>
                <a:spcPts val="0"/>
              </a:spcBef>
              <a:spcAft>
                <a:spcPts val="0"/>
              </a:spcAft>
              <a:buClr>
                <a:schemeClr val="lt2"/>
              </a:buClr>
              <a:buSzPts val="1800"/>
              <a:buFont typeface="Montserrat"/>
              <a:buChar char="●"/>
              <a:defRPr sz="1800"/>
            </a:lvl1pPr>
            <a:lvl2pPr marL="914400" lvl="1" indent="-342900" algn="ctr">
              <a:lnSpc>
                <a:spcPct val="115000"/>
              </a:lnSpc>
              <a:spcBef>
                <a:spcPts val="0"/>
              </a:spcBef>
              <a:spcAft>
                <a:spcPts val="0"/>
              </a:spcAft>
              <a:buClr>
                <a:schemeClr val="lt2"/>
              </a:buClr>
              <a:buSzPts val="1800"/>
              <a:buFont typeface="Montserrat"/>
              <a:buChar char="○"/>
              <a:defRPr sz="1800"/>
            </a:lvl2pPr>
            <a:lvl3pPr marL="1371600" lvl="2" indent="-342900" algn="ctr">
              <a:lnSpc>
                <a:spcPct val="115000"/>
              </a:lnSpc>
              <a:spcBef>
                <a:spcPts val="0"/>
              </a:spcBef>
              <a:spcAft>
                <a:spcPts val="0"/>
              </a:spcAft>
              <a:buClr>
                <a:schemeClr val="lt2"/>
              </a:buClr>
              <a:buSzPts val="1800"/>
              <a:buFont typeface="Montserrat"/>
              <a:buChar char="■"/>
              <a:defRPr sz="1800"/>
            </a:lvl3pPr>
            <a:lvl4pPr marL="1828800" lvl="3" indent="-342900" algn="ctr">
              <a:lnSpc>
                <a:spcPct val="115000"/>
              </a:lnSpc>
              <a:spcBef>
                <a:spcPts val="0"/>
              </a:spcBef>
              <a:spcAft>
                <a:spcPts val="0"/>
              </a:spcAft>
              <a:buClr>
                <a:schemeClr val="lt2"/>
              </a:buClr>
              <a:buSzPts val="1800"/>
              <a:buFont typeface="Montserrat"/>
              <a:buChar char="●"/>
              <a:defRPr sz="1800"/>
            </a:lvl4pPr>
            <a:lvl5pPr marL="2286000" lvl="4" indent="-342900" algn="ctr">
              <a:lnSpc>
                <a:spcPct val="115000"/>
              </a:lnSpc>
              <a:spcBef>
                <a:spcPts val="0"/>
              </a:spcBef>
              <a:spcAft>
                <a:spcPts val="0"/>
              </a:spcAft>
              <a:buClr>
                <a:schemeClr val="lt2"/>
              </a:buClr>
              <a:buSzPts val="1800"/>
              <a:buFont typeface="Montserrat"/>
              <a:buChar char="○"/>
              <a:defRPr sz="1800"/>
            </a:lvl5pPr>
            <a:lvl6pPr marL="2743200" lvl="5" indent="-342900" algn="ctr">
              <a:lnSpc>
                <a:spcPct val="115000"/>
              </a:lnSpc>
              <a:spcBef>
                <a:spcPts val="0"/>
              </a:spcBef>
              <a:spcAft>
                <a:spcPts val="0"/>
              </a:spcAft>
              <a:buClr>
                <a:schemeClr val="lt2"/>
              </a:buClr>
              <a:buSzPts val="1800"/>
              <a:buFont typeface="Montserrat"/>
              <a:buChar char="■"/>
              <a:defRPr sz="1800"/>
            </a:lvl6pPr>
            <a:lvl7pPr marL="3200400" lvl="6" indent="-342900" algn="ctr">
              <a:lnSpc>
                <a:spcPct val="115000"/>
              </a:lnSpc>
              <a:spcBef>
                <a:spcPts val="0"/>
              </a:spcBef>
              <a:spcAft>
                <a:spcPts val="0"/>
              </a:spcAft>
              <a:buClr>
                <a:schemeClr val="lt2"/>
              </a:buClr>
              <a:buSzPts val="1800"/>
              <a:buFont typeface="Montserrat"/>
              <a:buChar char="●"/>
              <a:defRPr sz="1800"/>
            </a:lvl7pPr>
            <a:lvl8pPr marL="3657600" lvl="7" indent="-342900" algn="ctr">
              <a:lnSpc>
                <a:spcPct val="115000"/>
              </a:lnSpc>
              <a:spcBef>
                <a:spcPts val="0"/>
              </a:spcBef>
              <a:spcAft>
                <a:spcPts val="0"/>
              </a:spcAft>
              <a:buClr>
                <a:schemeClr val="lt2"/>
              </a:buClr>
              <a:buSzPts val="1800"/>
              <a:buFont typeface="Montserrat"/>
              <a:buChar char="○"/>
              <a:defRPr sz="1800"/>
            </a:lvl8pPr>
            <a:lvl9pPr marL="4114800" lvl="8" indent="-342900" algn="ctr">
              <a:lnSpc>
                <a:spcPct val="115000"/>
              </a:lnSpc>
              <a:spcBef>
                <a:spcPts val="0"/>
              </a:spcBef>
              <a:spcAft>
                <a:spcPts val="0"/>
              </a:spcAft>
              <a:buClr>
                <a:schemeClr val="lt2"/>
              </a:buClr>
              <a:buSzPts val="1800"/>
              <a:buFont typeface="Montserrat"/>
              <a:buChar char="■"/>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ctivity 1">
  <p:cSld name="BLANK_1_1_1_1_1_1_1_1_1_1_1_4">
    <p:spTree>
      <p:nvGrpSpPr>
        <p:cNvPr id="1" name="Shape 69"/>
        <p:cNvGrpSpPr/>
        <p:nvPr/>
      </p:nvGrpSpPr>
      <p:grpSpPr>
        <a:xfrm>
          <a:off x="0" y="0"/>
          <a:ext cx="0" cy="0"/>
          <a:chOff x="0" y="0"/>
          <a:chExt cx="0" cy="0"/>
        </a:xfrm>
      </p:grpSpPr>
      <p:sp>
        <p:nvSpPr>
          <p:cNvPr id="70" name="Google Shape;70;p18"/>
          <p:cNvSpPr/>
          <p:nvPr/>
        </p:nvSpPr>
        <p:spPr>
          <a:xfrm>
            <a:off x="-75" y="100"/>
            <a:ext cx="65658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71" name="Google Shape;71;p18"/>
          <p:cNvSpPr txBox="1">
            <a:spLocks noGrp="1"/>
          </p:cNvSpPr>
          <p:nvPr>
            <p:ph type="body" idx="1"/>
          </p:nvPr>
        </p:nvSpPr>
        <p:spPr>
          <a:xfrm>
            <a:off x="6821675" y="1272000"/>
            <a:ext cx="2066400" cy="22398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72" name="Google Shape;72;p18"/>
          <p:cNvSpPr txBox="1">
            <a:spLocks noGrp="1"/>
          </p:cNvSpPr>
          <p:nvPr>
            <p:ph type="title"/>
          </p:nvPr>
        </p:nvSpPr>
        <p:spPr>
          <a:xfrm>
            <a:off x="4517150" y="4764350"/>
            <a:ext cx="1792800" cy="123000"/>
          </a:xfrm>
          <a:prstGeom prst="rect">
            <a:avLst/>
          </a:prstGeom>
          <a:noFill/>
          <a:ln>
            <a:noFill/>
          </a:ln>
        </p:spPr>
        <p:txBody>
          <a:bodyPr spcFirstLastPara="1" wrap="square" lIns="0" tIns="0" rIns="0" bIns="0" anchor="t" anchorCtr="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a:endParaRPr/>
          </a:p>
        </p:txBody>
      </p:sp>
      <p:sp>
        <p:nvSpPr>
          <p:cNvPr id="73" name="Google Shape;73;p18"/>
          <p:cNvSpPr txBox="1">
            <a:spLocks noGrp="1"/>
          </p:cNvSpPr>
          <p:nvPr>
            <p:ph type="title" idx="2"/>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solidFill>
                  <a:schemeClr val="accent3"/>
                </a:solidFill>
              </a:defRPr>
            </a:lvl1pPr>
            <a:lvl2pPr lvl="1" algn="l">
              <a:lnSpc>
                <a:spcPct val="115000"/>
              </a:lnSpc>
              <a:spcBef>
                <a:spcPts val="0"/>
              </a:spcBef>
              <a:spcAft>
                <a:spcPts val="0"/>
              </a:spcAft>
              <a:buSzPts val="4800"/>
              <a:buNone/>
              <a:defRPr sz="3000">
                <a:solidFill>
                  <a:schemeClr val="accent3"/>
                </a:solidFill>
              </a:defRPr>
            </a:lvl2pPr>
            <a:lvl3pPr lvl="2" algn="l">
              <a:lnSpc>
                <a:spcPct val="115000"/>
              </a:lnSpc>
              <a:spcBef>
                <a:spcPts val="0"/>
              </a:spcBef>
              <a:spcAft>
                <a:spcPts val="0"/>
              </a:spcAft>
              <a:buSzPts val="4800"/>
              <a:buNone/>
              <a:defRPr sz="3000">
                <a:solidFill>
                  <a:schemeClr val="accent3"/>
                </a:solidFill>
              </a:defRPr>
            </a:lvl3pPr>
            <a:lvl4pPr lvl="3" algn="l">
              <a:lnSpc>
                <a:spcPct val="115000"/>
              </a:lnSpc>
              <a:spcBef>
                <a:spcPts val="0"/>
              </a:spcBef>
              <a:spcAft>
                <a:spcPts val="0"/>
              </a:spcAft>
              <a:buSzPts val="4800"/>
              <a:buNone/>
              <a:defRPr sz="3000">
                <a:solidFill>
                  <a:schemeClr val="accent3"/>
                </a:solidFill>
              </a:defRPr>
            </a:lvl4pPr>
            <a:lvl5pPr lvl="4" algn="l">
              <a:lnSpc>
                <a:spcPct val="115000"/>
              </a:lnSpc>
              <a:spcBef>
                <a:spcPts val="0"/>
              </a:spcBef>
              <a:spcAft>
                <a:spcPts val="0"/>
              </a:spcAft>
              <a:buSzPts val="4800"/>
              <a:buNone/>
              <a:defRPr sz="3000">
                <a:solidFill>
                  <a:schemeClr val="accent3"/>
                </a:solidFill>
              </a:defRPr>
            </a:lvl5pPr>
            <a:lvl6pPr lvl="5" algn="l">
              <a:lnSpc>
                <a:spcPct val="115000"/>
              </a:lnSpc>
              <a:spcBef>
                <a:spcPts val="0"/>
              </a:spcBef>
              <a:spcAft>
                <a:spcPts val="0"/>
              </a:spcAft>
              <a:buSzPts val="4800"/>
              <a:buNone/>
              <a:defRPr sz="3000">
                <a:solidFill>
                  <a:schemeClr val="accent3"/>
                </a:solidFill>
              </a:defRPr>
            </a:lvl6pPr>
            <a:lvl7pPr lvl="6" algn="l">
              <a:lnSpc>
                <a:spcPct val="115000"/>
              </a:lnSpc>
              <a:spcBef>
                <a:spcPts val="0"/>
              </a:spcBef>
              <a:spcAft>
                <a:spcPts val="0"/>
              </a:spcAft>
              <a:buSzPts val="4800"/>
              <a:buNone/>
              <a:defRPr sz="3000">
                <a:solidFill>
                  <a:schemeClr val="accent3"/>
                </a:solidFill>
              </a:defRPr>
            </a:lvl7pPr>
            <a:lvl8pPr lvl="7" algn="l">
              <a:lnSpc>
                <a:spcPct val="115000"/>
              </a:lnSpc>
              <a:spcBef>
                <a:spcPts val="0"/>
              </a:spcBef>
              <a:spcAft>
                <a:spcPts val="0"/>
              </a:spcAft>
              <a:buSzPts val="4800"/>
              <a:buNone/>
              <a:defRPr sz="3000">
                <a:solidFill>
                  <a:schemeClr val="accent3"/>
                </a:solidFill>
              </a:defRPr>
            </a:lvl8pPr>
            <a:lvl9pPr lvl="8" algn="l">
              <a:lnSpc>
                <a:spcPct val="115000"/>
              </a:lnSpc>
              <a:spcBef>
                <a:spcPts val="0"/>
              </a:spcBef>
              <a:spcAft>
                <a:spcPts val="0"/>
              </a:spcAft>
              <a:buSzPts val="4800"/>
              <a:buNone/>
              <a:defRPr sz="3000">
                <a:solidFill>
                  <a:schemeClr val="accent3"/>
                </a:solidFill>
              </a:defRPr>
            </a:lvl9pPr>
          </a:lstStyle>
          <a:p>
            <a:endParaRPr/>
          </a:p>
        </p:txBody>
      </p:sp>
      <p:sp>
        <p:nvSpPr>
          <p:cNvPr id="74" name="Google Shape;74;p18"/>
          <p:cNvSpPr txBox="1">
            <a:spLocks noGrp="1"/>
          </p:cNvSpPr>
          <p:nvPr>
            <p:ph type="subTitle" idx="3"/>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ctivity 2">
  <p:cSld name="BLANK_1_1_1_1_1_1_1_1_1_1_1_4_2">
    <p:spTree>
      <p:nvGrpSpPr>
        <p:cNvPr id="1" name="Shape 75"/>
        <p:cNvGrpSpPr/>
        <p:nvPr/>
      </p:nvGrpSpPr>
      <p:grpSpPr>
        <a:xfrm>
          <a:off x="0" y="0"/>
          <a:ext cx="0" cy="0"/>
          <a:chOff x="0" y="0"/>
          <a:chExt cx="0" cy="0"/>
        </a:xfrm>
      </p:grpSpPr>
      <p:sp>
        <p:nvSpPr>
          <p:cNvPr id="76" name="Google Shape;76;p19"/>
          <p:cNvSpPr/>
          <p:nvPr/>
        </p:nvSpPr>
        <p:spPr>
          <a:xfrm flipH="1">
            <a:off x="-25" y="0"/>
            <a:ext cx="65658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77" name="Google Shape;77;p19"/>
          <p:cNvSpPr txBox="1">
            <a:spLocks noGrp="1"/>
          </p:cNvSpPr>
          <p:nvPr>
            <p:ph type="title"/>
          </p:nvPr>
        </p:nvSpPr>
        <p:spPr>
          <a:xfrm>
            <a:off x="256025" y="213150"/>
            <a:ext cx="60540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solidFill>
                  <a:schemeClr val="accent3"/>
                </a:solidFill>
              </a:defRPr>
            </a:lvl1pPr>
            <a:lvl2pPr lvl="1" algn="l">
              <a:lnSpc>
                <a:spcPct val="115000"/>
              </a:lnSpc>
              <a:spcBef>
                <a:spcPts val="0"/>
              </a:spcBef>
              <a:spcAft>
                <a:spcPts val="0"/>
              </a:spcAft>
              <a:buSzPts val="4800"/>
              <a:buNone/>
              <a:defRPr sz="3000">
                <a:solidFill>
                  <a:schemeClr val="accent3"/>
                </a:solidFill>
              </a:defRPr>
            </a:lvl2pPr>
            <a:lvl3pPr lvl="2" algn="l">
              <a:lnSpc>
                <a:spcPct val="115000"/>
              </a:lnSpc>
              <a:spcBef>
                <a:spcPts val="0"/>
              </a:spcBef>
              <a:spcAft>
                <a:spcPts val="0"/>
              </a:spcAft>
              <a:buSzPts val="4800"/>
              <a:buNone/>
              <a:defRPr sz="3000">
                <a:solidFill>
                  <a:schemeClr val="accent3"/>
                </a:solidFill>
              </a:defRPr>
            </a:lvl3pPr>
            <a:lvl4pPr lvl="3" algn="l">
              <a:lnSpc>
                <a:spcPct val="115000"/>
              </a:lnSpc>
              <a:spcBef>
                <a:spcPts val="0"/>
              </a:spcBef>
              <a:spcAft>
                <a:spcPts val="0"/>
              </a:spcAft>
              <a:buSzPts val="4800"/>
              <a:buNone/>
              <a:defRPr sz="3000">
                <a:solidFill>
                  <a:schemeClr val="accent3"/>
                </a:solidFill>
              </a:defRPr>
            </a:lvl4pPr>
            <a:lvl5pPr lvl="4" algn="l">
              <a:lnSpc>
                <a:spcPct val="115000"/>
              </a:lnSpc>
              <a:spcBef>
                <a:spcPts val="0"/>
              </a:spcBef>
              <a:spcAft>
                <a:spcPts val="0"/>
              </a:spcAft>
              <a:buSzPts val="4800"/>
              <a:buNone/>
              <a:defRPr sz="3000">
                <a:solidFill>
                  <a:schemeClr val="accent3"/>
                </a:solidFill>
              </a:defRPr>
            </a:lvl5pPr>
            <a:lvl6pPr lvl="5" algn="l">
              <a:lnSpc>
                <a:spcPct val="115000"/>
              </a:lnSpc>
              <a:spcBef>
                <a:spcPts val="0"/>
              </a:spcBef>
              <a:spcAft>
                <a:spcPts val="0"/>
              </a:spcAft>
              <a:buSzPts val="4800"/>
              <a:buNone/>
              <a:defRPr sz="3000">
                <a:solidFill>
                  <a:schemeClr val="accent3"/>
                </a:solidFill>
              </a:defRPr>
            </a:lvl6pPr>
            <a:lvl7pPr lvl="6" algn="l">
              <a:lnSpc>
                <a:spcPct val="115000"/>
              </a:lnSpc>
              <a:spcBef>
                <a:spcPts val="0"/>
              </a:spcBef>
              <a:spcAft>
                <a:spcPts val="0"/>
              </a:spcAft>
              <a:buSzPts val="4800"/>
              <a:buNone/>
              <a:defRPr sz="3000">
                <a:solidFill>
                  <a:schemeClr val="accent3"/>
                </a:solidFill>
              </a:defRPr>
            </a:lvl7pPr>
            <a:lvl8pPr lvl="7" algn="l">
              <a:lnSpc>
                <a:spcPct val="115000"/>
              </a:lnSpc>
              <a:spcBef>
                <a:spcPts val="0"/>
              </a:spcBef>
              <a:spcAft>
                <a:spcPts val="0"/>
              </a:spcAft>
              <a:buSzPts val="4800"/>
              <a:buNone/>
              <a:defRPr sz="3000">
                <a:solidFill>
                  <a:schemeClr val="accent3"/>
                </a:solidFill>
              </a:defRPr>
            </a:lvl8pPr>
            <a:lvl9pPr lvl="8" algn="l">
              <a:lnSpc>
                <a:spcPct val="115000"/>
              </a:lnSpc>
              <a:spcBef>
                <a:spcPts val="0"/>
              </a:spcBef>
              <a:spcAft>
                <a:spcPts val="0"/>
              </a:spcAft>
              <a:buSzPts val="4800"/>
              <a:buNone/>
              <a:defRPr sz="3000">
                <a:solidFill>
                  <a:schemeClr val="accent3"/>
                </a:solidFill>
              </a:defRPr>
            </a:lvl9pPr>
          </a:lstStyle>
          <a:p>
            <a:endParaRPr/>
          </a:p>
        </p:txBody>
      </p:sp>
      <p:sp>
        <p:nvSpPr>
          <p:cNvPr id="78" name="Google Shape;78;p19"/>
          <p:cNvSpPr txBox="1">
            <a:spLocks noGrp="1"/>
          </p:cNvSpPr>
          <p:nvPr>
            <p:ph type="body" idx="1"/>
          </p:nvPr>
        </p:nvSpPr>
        <p:spPr>
          <a:xfrm>
            <a:off x="6821675" y="1272000"/>
            <a:ext cx="2066400" cy="22398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79" name="Google Shape;79;p19"/>
          <p:cNvSpPr txBox="1">
            <a:spLocks noGrp="1"/>
          </p:cNvSpPr>
          <p:nvPr>
            <p:ph type="title" idx="2"/>
          </p:nvPr>
        </p:nvSpPr>
        <p:spPr>
          <a:xfrm>
            <a:off x="4517150" y="4764350"/>
            <a:ext cx="1792800" cy="123000"/>
          </a:xfrm>
          <a:prstGeom prst="rect">
            <a:avLst/>
          </a:prstGeom>
          <a:noFill/>
          <a:ln>
            <a:noFill/>
          </a:ln>
        </p:spPr>
        <p:txBody>
          <a:bodyPr spcFirstLastPara="1" wrap="square" lIns="0" tIns="0" rIns="0" bIns="0" anchor="t" anchorCtr="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a:endParaRPr/>
          </a:p>
        </p:txBody>
      </p:sp>
      <p:sp>
        <p:nvSpPr>
          <p:cNvPr id="80" name="Google Shape;80;p19"/>
          <p:cNvSpPr txBox="1">
            <a:spLocks noGrp="1"/>
          </p:cNvSpPr>
          <p:nvPr>
            <p:ph type="subTitle" idx="3"/>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meline">
  <p:cSld name="BLANK_1_1_1_1_1_1_1_1_1_1_1_3_1">
    <p:spTree>
      <p:nvGrpSpPr>
        <p:cNvPr id="1" name="Shape 81"/>
        <p:cNvGrpSpPr/>
        <p:nvPr/>
      </p:nvGrpSpPr>
      <p:grpSpPr>
        <a:xfrm>
          <a:off x="0" y="0"/>
          <a:ext cx="0" cy="0"/>
          <a:chOff x="0" y="0"/>
          <a:chExt cx="0" cy="0"/>
        </a:xfrm>
      </p:grpSpPr>
      <p:sp>
        <p:nvSpPr>
          <p:cNvPr id="82" name="Google Shape;82;p20"/>
          <p:cNvSpPr txBox="1">
            <a:spLocks noGrp="1"/>
          </p:cNvSpPr>
          <p:nvPr>
            <p:ph type="body" idx="1"/>
          </p:nvPr>
        </p:nvSpPr>
        <p:spPr>
          <a:xfrm>
            <a:off x="255975" y="2020075"/>
            <a:ext cx="1881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83" name="Google Shape;83;p20"/>
          <p:cNvSpPr txBox="1">
            <a:spLocks noGrp="1"/>
          </p:cNvSpPr>
          <p:nvPr>
            <p:ph type="subTitle" idx="2"/>
          </p:nvPr>
        </p:nvSpPr>
        <p:spPr>
          <a:xfrm>
            <a:off x="255975" y="1718725"/>
            <a:ext cx="1881600" cy="2544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
        <p:nvSpPr>
          <p:cNvPr id="84" name="Google Shape;84;p20"/>
          <p:cNvSpPr/>
          <p:nvPr/>
        </p:nvSpPr>
        <p:spPr>
          <a:xfrm rot="10800000" flipH="1">
            <a:off x="6692400" y="2691600"/>
            <a:ext cx="2451900" cy="2451900"/>
          </a:xfrm>
          <a:prstGeom prst="rect">
            <a:avLst/>
          </a:prstGeom>
          <a:gradFill>
            <a:gsLst>
              <a:gs pos="0">
                <a:schemeClr val="accent1"/>
              </a:gs>
              <a:gs pos="72000">
                <a:schemeClr val="accent3"/>
              </a:gs>
              <a:gs pos="100000">
                <a:schemeClr val="accent3"/>
              </a:gs>
            </a:gsLst>
            <a:path path="circle">
              <a:fillToRect l="100000" b="100000"/>
            </a:path>
            <a:tileRect t="-100000" r="-10000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85" name="Google Shape;85;p20"/>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86" name="Google Shape;86;p20"/>
          <p:cNvSpPr txBox="1">
            <a:spLocks noGrp="1"/>
          </p:cNvSpPr>
          <p:nvPr>
            <p:ph type="subTitle" idx="3"/>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87" name="Google Shape;87;p20"/>
          <p:cNvSpPr txBox="1">
            <a:spLocks noGrp="1"/>
          </p:cNvSpPr>
          <p:nvPr>
            <p:ph type="body" idx="4"/>
          </p:nvPr>
        </p:nvSpPr>
        <p:spPr>
          <a:xfrm>
            <a:off x="2558625" y="2020075"/>
            <a:ext cx="1881600" cy="618300"/>
          </a:xfrm>
          <a:prstGeom prst="rect">
            <a:avLst/>
          </a:prstGeom>
          <a:noFill/>
          <a:ln>
            <a:noFill/>
          </a:ln>
        </p:spPr>
        <p:txBody>
          <a:bodyPr spcFirstLastPara="1" wrap="square" lIns="0" tIns="0" rIns="0" bIns="0" anchor="t"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88" name="Google Shape;88;p20"/>
          <p:cNvSpPr txBox="1">
            <a:spLocks noGrp="1"/>
          </p:cNvSpPr>
          <p:nvPr>
            <p:ph type="subTitle" idx="5"/>
          </p:nvPr>
        </p:nvSpPr>
        <p:spPr>
          <a:xfrm>
            <a:off x="2558625" y="1718725"/>
            <a:ext cx="1881600" cy="2544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
        <p:nvSpPr>
          <p:cNvPr id="89" name="Google Shape;89;p20"/>
          <p:cNvSpPr txBox="1">
            <a:spLocks noGrp="1"/>
          </p:cNvSpPr>
          <p:nvPr>
            <p:ph type="body" idx="6"/>
          </p:nvPr>
        </p:nvSpPr>
        <p:spPr>
          <a:xfrm>
            <a:off x="4808775" y="2020075"/>
            <a:ext cx="1881600" cy="618300"/>
          </a:xfrm>
          <a:prstGeom prst="rect">
            <a:avLst/>
          </a:prstGeom>
          <a:noFill/>
          <a:ln>
            <a:noFill/>
          </a:ln>
        </p:spPr>
        <p:txBody>
          <a:bodyPr spcFirstLastPara="1" wrap="square" lIns="0" tIns="0" rIns="0" bIns="0" anchor="t"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90" name="Google Shape;90;p20"/>
          <p:cNvSpPr txBox="1">
            <a:spLocks noGrp="1"/>
          </p:cNvSpPr>
          <p:nvPr>
            <p:ph type="subTitle" idx="7"/>
          </p:nvPr>
        </p:nvSpPr>
        <p:spPr>
          <a:xfrm>
            <a:off x="4808775" y="1718725"/>
            <a:ext cx="1881600" cy="2544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
        <p:nvSpPr>
          <p:cNvPr id="91" name="Google Shape;91;p20"/>
          <p:cNvSpPr txBox="1">
            <a:spLocks noGrp="1"/>
          </p:cNvSpPr>
          <p:nvPr>
            <p:ph type="body" idx="8"/>
          </p:nvPr>
        </p:nvSpPr>
        <p:spPr>
          <a:xfrm>
            <a:off x="6821675" y="2023213"/>
            <a:ext cx="1881600" cy="618300"/>
          </a:xfrm>
          <a:prstGeom prst="rect">
            <a:avLst/>
          </a:prstGeom>
          <a:noFill/>
          <a:ln>
            <a:noFill/>
          </a:ln>
        </p:spPr>
        <p:txBody>
          <a:bodyPr spcFirstLastPara="1" wrap="square" lIns="0" tIns="0" rIns="0" bIns="0" anchor="t"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92" name="Google Shape;92;p20"/>
          <p:cNvSpPr txBox="1">
            <a:spLocks noGrp="1"/>
          </p:cNvSpPr>
          <p:nvPr>
            <p:ph type="subTitle" idx="9"/>
          </p:nvPr>
        </p:nvSpPr>
        <p:spPr>
          <a:xfrm>
            <a:off x="7058925" y="1718725"/>
            <a:ext cx="1881600" cy="2544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200"/>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
        <p:nvSpPr>
          <p:cNvPr id="93" name="Google Shape;93;p20"/>
          <p:cNvSpPr txBox="1">
            <a:spLocks noGrp="1"/>
          </p:cNvSpPr>
          <p:nvPr>
            <p:ph type="subTitle" idx="13"/>
          </p:nvPr>
        </p:nvSpPr>
        <p:spPr>
          <a:xfrm>
            <a:off x="255975" y="1132938"/>
            <a:ext cx="1881600" cy="1455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000" i="1">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
        <p:nvSpPr>
          <p:cNvPr id="94" name="Google Shape;94;p20"/>
          <p:cNvSpPr txBox="1">
            <a:spLocks noGrp="1"/>
          </p:cNvSpPr>
          <p:nvPr>
            <p:ph type="subTitle" idx="14"/>
          </p:nvPr>
        </p:nvSpPr>
        <p:spPr>
          <a:xfrm>
            <a:off x="2558625" y="1132938"/>
            <a:ext cx="1881600" cy="1455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000" i="1">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
        <p:nvSpPr>
          <p:cNvPr id="95" name="Google Shape;95;p20"/>
          <p:cNvSpPr txBox="1">
            <a:spLocks noGrp="1"/>
          </p:cNvSpPr>
          <p:nvPr>
            <p:ph type="subTitle" idx="15"/>
          </p:nvPr>
        </p:nvSpPr>
        <p:spPr>
          <a:xfrm>
            <a:off x="4808775" y="1132938"/>
            <a:ext cx="1881600" cy="1455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000" i="1">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
        <p:nvSpPr>
          <p:cNvPr id="96" name="Google Shape;96;p20"/>
          <p:cNvSpPr txBox="1">
            <a:spLocks noGrp="1"/>
          </p:cNvSpPr>
          <p:nvPr>
            <p:ph type="subTitle" idx="16"/>
          </p:nvPr>
        </p:nvSpPr>
        <p:spPr>
          <a:xfrm>
            <a:off x="7058925" y="1132938"/>
            <a:ext cx="1881600" cy="1455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SzPts val="800"/>
              <a:buNone/>
              <a:defRPr sz="1000" i="1">
                <a:latin typeface="Source Serif 4"/>
                <a:ea typeface="Source Serif 4"/>
                <a:cs typeface="Source Serif 4"/>
                <a:sym typeface="Source Serif 4"/>
              </a:defRPr>
            </a:lvl1pPr>
            <a:lvl2pPr lvl="1" algn="l">
              <a:lnSpc>
                <a:spcPct val="115000"/>
              </a:lnSpc>
              <a:spcBef>
                <a:spcPts val="0"/>
              </a:spcBef>
              <a:spcAft>
                <a:spcPts val="0"/>
              </a:spcAft>
              <a:buSzPts val="800"/>
              <a:buNone/>
              <a:defRPr/>
            </a:lvl2pPr>
            <a:lvl3pPr lvl="2" algn="l">
              <a:lnSpc>
                <a:spcPct val="115000"/>
              </a:lnSpc>
              <a:spcBef>
                <a:spcPts val="0"/>
              </a:spcBef>
              <a:spcAft>
                <a:spcPts val="0"/>
              </a:spcAft>
              <a:buSzPts val="800"/>
              <a:buNone/>
              <a:defRPr/>
            </a:lvl3pPr>
            <a:lvl4pPr lvl="3" algn="l">
              <a:lnSpc>
                <a:spcPct val="115000"/>
              </a:lnSpc>
              <a:spcBef>
                <a:spcPts val="0"/>
              </a:spcBef>
              <a:spcAft>
                <a:spcPts val="0"/>
              </a:spcAft>
              <a:buSzPts val="800"/>
              <a:buNone/>
              <a:defRPr/>
            </a:lvl4pPr>
            <a:lvl5pPr lvl="4" algn="l">
              <a:lnSpc>
                <a:spcPct val="115000"/>
              </a:lnSpc>
              <a:spcBef>
                <a:spcPts val="0"/>
              </a:spcBef>
              <a:spcAft>
                <a:spcPts val="0"/>
              </a:spcAft>
              <a:buSzPts val="800"/>
              <a:buNone/>
              <a:defRPr/>
            </a:lvl5pPr>
            <a:lvl6pPr lvl="5" algn="l">
              <a:lnSpc>
                <a:spcPct val="115000"/>
              </a:lnSpc>
              <a:spcBef>
                <a:spcPts val="0"/>
              </a:spcBef>
              <a:spcAft>
                <a:spcPts val="0"/>
              </a:spcAft>
              <a:buSzPts val="800"/>
              <a:buNone/>
              <a:defRPr/>
            </a:lvl6pPr>
            <a:lvl7pPr lvl="6" algn="l">
              <a:lnSpc>
                <a:spcPct val="115000"/>
              </a:lnSpc>
              <a:spcBef>
                <a:spcPts val="0"/>
              </a:spcBef>
              <a:spcAft>
                <a:spcPts val="0"/>
              </a:spcAft>
              <a:buSzPts val="800"/>
              <a:buNone/>
              <a:defRPr/>
            </a:lvl7pPr>
            <a:lvl8pPr lvl="7" algn="l">
              <a:lnSpc>
                <a:spcPct val="115000"/>
              </a:lnSpc>
              <a:spcBef>
                <a:spcPts val="0"/>
              </a:spcBef>
              <a:spcAft>
                <a:spcPts val="0"/>
              </a:spcAft>
              <a:buSzPts val="800"/>
              <a:buNone/>
              <a:defRPr/>
            </a:lvl8pPr>
            <a:lvl9pPr lvl="8" algn="l">
              <a:lnSpc>
                <a:spcPct val="115000"/>
              </a:lnSpc>
              <a:spcBef>
                <a:spcPts val="0"/>
              </a:spcBef>
              <a:spcAft>
                <a:spcPts val="0"/>
              </a:spcAft>
              <a:buSzPts val="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ub-section 3">
  <p:cSld name="BLANK_1_1_1_1_1_1_1_1_1_1_1_2_1_3">
    <p:bg>
      <p:bgPr>
        <a:solidFill>
          <a:schemeClr val="dk2"/>
        </a:solidFill>
        <a:effectLst/>
      </p:bgPr>
    </p:bg>
    <p:spTree>
      <p:nvGrpSpPr>
        <p:cNvPr id="1" name="Shape 97"/>
        <p:cNvGrpSpPr/>
        <p:nvPr/>
      </p:nvGrpSpPr>
      <p:grpSpPr>
        <a:xfrm>
          <a:off x="0" y="0"/>
          <a:ext cx="0" cy="0"/>
          <a:chOff x="0" y="0"/>
          <a:chExt cx="0" cy="0"/>
        </a:xfrm>
      </p:grpSpPr>
      <p:sp>
        <p:nvSpPr>
          <p:cNvPr id="98" name="Google Shape;98;p21"/>
          <p:cNvSpPr/>
          <p:nvPr/>
        </p:nvSpPr>
        <p:spPr>
          <a:xfrm>
            <a:off x="8141300" y="200278"/>
            <a:ext cx="823800" cy="1989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99" name="Google Shape;99;p21"/>
          <p:cNvSpPr/>
          <p:nvPr/>
        </p:nvSpPr>
        <p:spPr>
          <a:xfrm>
            <a:off x="0" y="1218975"/>
            <a:ext cx="9144000" cy="3924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00" name="Google Shape;100;p21"/>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01" name="Google Shape;101;p21"/>
          <p:cNvSpPr/>
          <p:nvPr/>
        </p:nvSpPr>
        <p:spPr>
          <a:xfrm flipH="1">
            <a:off x="7595967" y="280050"/>
            <a:ext cx="658800" cy="6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02" name="Google Shape;102;p21"/>
          <p:cNvSpPr/>
          <p:nvPr/>
        </p:nvSpPr>
        <p:spPr>
          <a:xfrm flipH="1">
            <a:off x="7759616" y="443699"/>
            <a:ext cx="331500" cy="33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03" name="Google Shape;103;p21"/>
          <p:cNvSpPr/>
          <p:nvPr/>
        </p:nvSpPr>
        <p:spPr>
          <a:xfrm flipH="1">
            <a:off x="7925104" y="4"/>
            <a:ext cx="1218900" cy="1218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04" name="Google Shape;104;p21"/>
          <p:cNvSpPr/>
          <p:nvPr/>
        </p:nvSpPr>
        <p:spPr>
          <a:xfrm flipH="1">
            <a:off x="7878268" y="562339"/>
            <a:ext cx="94200" cy="94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05" name="Google Shape;105;p21"/>
          <p:cNvSpPr txBox="1">
            <a:spLocks noGrp="1"/>
          </p:cNvSpPr>
          <p:nvPr>
            <p:ph type="body" idx="1"/>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06" name="Google Shape;106;p21"/>
          <p:cNvSpPr txBox="1">
            <a:spLocks noGrp="1"/>
          </p:cNvSpPr>
          <p:nvPr>
            <p:ph type="body" idx="2"/>
          </p:nvPr>
        </p:nvSpPr>
        <p:spPr>
          <a:xfrm>
            <a:off x="488242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ub-section 4">
  <p:cSld name="BLANK_1_1_1_1_1_1_1_1_1_1_1_2_1_3_1">
    <p:bg>
      <p:bgPr>
        <a:solidFill>
          <a:schemeClr val="dk2"/>
        </a:solidFill>
        <a:effectLst/>
      </p:bgPr>
    </p:bg>
    <p:spTree>
      <p:nvGrpSpPr>
        <p:cNvPr id="1" name="Shape 107"/>
        <p:cNvGrpSpPr/>
        <p:nvPr/>
      </p:nvGrpSpPr>
      <p:grpSpPr>
        <a:xfrm>
          <a:off x="0" y="0"/>
          <a:ext cx="0" cy="0"/>
          <a:chOff x="0" y="0"/>
          <a:chExt cx="0" cy="0"/>
        </a:xfrm>
      </p:grpSpPr>
      <p:sp>
        <p:nvSpPr>
          <p:cNvPr id="108" name="Google Shape;108;p22"/>
          <p:cNvSpPr/>
          <p:nvPr/>
        </p:nvSpPr>
        <p:spPr>
          <a:xfrm>
            <a:off x="0" y="1218975"/>
            <a:ext cx="9144000" cy="3924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09" name="Google Shape;109;p22"/>
          <p:cNvSpPr/>
          <p:nvPr/>
        </p:nvSpPr>
        <p:spPr>
          <a:xfrm>
            <a:off x="8141300" y="200278"/>
            <a:ext cx="823800" cy="1989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10" name="Google Shape;110;p22"/>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11" name="Google Shape;111;p22"/>
          <p:cNvSpPr/>
          <p:nvPr/>
        </p:nvSpPr>
        <p:spPr>
          <a:xfrm flipH="1">
            <a:off x="7595967" y="280050"/>
            <a:ext cx="658800" cy="6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12" name="Google Shape;112;p22"/>
          <p:cNvSpPr/>
          <p:nvPr/>
        </p:nvSpPr>
        <p:spPr>
          <a:xfrm flipH="1">
            <a:off x="7759616" y="443699"/>
            <a:ext cx="331500" cy="33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13" name="Google Shape;113;p22"/>
          <p:cNvSpPr/>
          <p:nvPr/>
        </p:nvSpPr>
        <p:spPr>
          <a:xfrm flipH="1">
            <a:off x="7925104" y="4"/>
            <a:ext cx="1218900" cy="1218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14" name="Google Shape;114;p22"/>
          <p:cNvSpPr/>
          <p:nvPr/>
        </p:nvSpPr>
        <p:spPr>
          <a:xfrm flipH="1">
            <a:off x="7878268" y="562339"/>
            <a:ext cx="94200" cy="94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15" name="Google Shape;115;p22"/>
          <p:cNvSpPr txBox="1">
            <a:spLocks noGrp="1"/>
          </p:cNvSpPr>
          <p:nvPr>
            <p:ph type="body" idx="1"/>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16" name="Google Shape;116;p22"/>
          <p:cNvSpPr txBox="1">
            <a:spLocks noGrp="1"/>
          </p:cNvSpPr>
          <p:nvPr>
            <p:ph type="body" idx="2"/>
          </p:nvPr>
        </p:nvSpPr>
        <p:spPr>
          <a:xfrm>
            <a:off x="444125" y="4243800"/>
            <a:ext cx="2402100" cy="457200"/>
          </a:xfrm>
          <a:prstGeom prst="rect">
            <a:avLst/>
          </a:prstGeom>
          <a:noFill/>
          <a:ln>
            <a:noFill/>
          </a:ln>
        </p:spPr>
        <p:txBody>
          <a:bodyPr spcFirstLastPara="1" wrap="square" lIns="0" tIns="0" rIns="0" bIns="0" anchor="b"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17" name="Google Shape;117;p22"/>
          <p:cNvSpPr txBox="1">
            <a:spLocks noGrp="1"/>
          </p:cNvSpPr>
          <p:nvPr>
            <p:ph type="body" idx="3"/>
          </p:nvPr>
        </p:nvSpPr>
        <p:spPr>
          <a:xfrm>
            <a:off x="3370950" y="4243800"/>
            <a:ext cx="2402100" cy="457200"/>
          </a:xfrm>
          <a:prstGeom prst="rect">
            <a:avLst/>
          </a:prstGeom>
          <a:noFill/>
          <a:ln>
            <a:noFill/>
          </a:ln>
        </p:spPr>
        <p:txBody>
          <a:bodyPr spcFirstLastPara="1" wrap="square" lIns="0" tIns="0" rIns="0" bIns="0" anchor="b"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18" name="Google Shape;118;p22"/>
          <p:cNvSpPr txBox="1">
            <a:spLocks noGrp="1"/>
          </p:cNvSpPr>
          <p:nvPr>
            <p:ph type="body" idx="4"/>
          </p:nvPr>
        </p:nvSpPr>
        <p:spPr>
          <a:xfrm>
            <a:off x="6297725" y="4243800"/>
            <a:ext cx="2402100" cy="457200"/>
          </a:xfrm>
          <a:prstGeom prst="rect">
            <a:avLst/>
          </a:prstGeom>
          <a:noFill/>
          <a:ln>
            <a:noFill/>
          </a:ln>
        </p:spPr>
        <p:txBody>
          <a:bodyPr spcFirstLastPara="1" wrap="square" lIns="0" tIns="0" rIns="0" bIns="0" anchor="b"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19" name="Google Shape;119;p22"/>
          <p:cNvSpPr txBox="1">
            <a:spLocks noGrp="1"/>
          </p:cNvSpPr>
          <p:nvPr>
            <p:ph type="title" idx="5"/>
          </p:nvPr>
        </p:nvSpPr>
        <p:spPr>
          <a:xfrm>
            <a:off x="444125" y="3094675"/>
            <a:ext cx="24021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800"/>
              <a:buNone/>
              <a:defRPr sz="24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20" name="Google Shape;120;p22"/>
          <p:cNvSpPr txBox="1">
            <a:spLocks noGrp="1"/>
          </p:cNvSpPr>
          <p:nvPr>
            <p:ph type="title" idx="6"/>
          </p:nvPr>
        </p:nvSpPr>
        <p:spPr>
          <a:xfrm>
            <a:off x="3370950" y="3094675"/>
            <a:ext cx="24021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800"/>
              <a:buNone/>
              <a:defRPr sz="24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21" name="Google Shape;121;p22"/>
          <p:cNvSpPr txBox="1">
            <a:spLocks noGrp="1"/>
          </p:cNvSpPr>
          <p:nvPr>
            <p:ph type="title" idx="7"/>
          </p:nvPr>
        </p:nvSpPr>
        <p:spPr>
          <a:xfrm>
            <a:off x="6297775" y="3094675"/>
            <a:ext cx="24021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800"/>
              <a:buNone/>
              <a:defRPr sz="24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section 7">
  <p:cSld name="BLANK_1_1_1_1_1_1_1_1_1_1_1_2_1_2_2_1">
    <p:bg>
      <p:bgPr>
        <a:solidFill>
          <a:schemeClr val="dk2"/>
        </a:solidFill>
        <a:effectLst/>
      </p:bgPr>
    </p:bg>
    <p:spTree>
      <p:nvGrpSpPr>
        <p:cNvPr id="1" name="Shape 122"/>
        <p:cNvGrpSpPr/>
        <p:nvPr/>
      </p:nvGrpSpPr>
      <p:grpSpPr>
        <a:xfrm>
          <a:off x="0" y="0"/>
          <a:ext cx="0" cy="0"/>
          <a:chOff x="0" y="0"/>
          <a:chExt cx="0" cy="0"/>
        </a:xfrm>
      </p:grpSpPr>
      <p:sp>
        <p:nvSpPr>
          <p:cNvPr id="123" name="Google Shape;123;p23"/>
          <p:cNvSpPr/>
          <p:nvPr/>
        </p:nvSpPr>
        <p:spPr>
          <a:xfrm>
            <a:off x="0" y="1218975"/>
            <a:ext cx="9144000" cy="3924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24" name="Google Shape;124;p23"/>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25" name="Google Shape;125;p23"/>
          <p:cNvSpPr txBox="1">
            <a:spLocks noGrp="1"/>
          </p:cNvSpPr>
          <p:nvPr>
            <p:ph type="body" idx="1"/>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26" name="Google Shape;126;p23"/>
          <p:cNvSpPr/>
          <p:nvPr/>
        </p:nvSpPr>
        <p:spPr>
          <a:xfrm flipH="1">
            <a:off x="7595967" y="280050"/>
            <a:ext cx="658800" cy="6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27" name="Google Shape;127;p23"/>
          <p:cNvSpPr/>
          <p:nvPr/>
        </p:nvSpPr>
        <p:spPr>
          <a:xfrm flipH="1">
            <a:off x="7759616" y="443699"/>
            <a:ext cx="331500" cy="33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28" name="Google Shape;128;p23"/>
          <p:cNvSpPr/>
          <p:nvPr/>
        </p:nvSpPr>
        <p:spPr>
          <a:xfrm flipH="1">
            <a:off x="7925104" y="4"/>
            <a:ext cx="1218900" cy="1218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29" name="Google Shape;129;p23"/>
          <p:cNvSpPr/>
          <p:nvPr/>
        </p:nvSpPr>
        <p:spPr>
          <a:xfrm flipH="1">
            <a:off x="7878268" y="562339"/>
            <a:ext cx="94200" cy="94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130" name="Google Shape;130;p23"/>
          <p:cNvSpPr txBox="1">
            <a:spLocks noGrp="1"/>
          </p:cNvSpPr>
          <p:nvPr>
            <p:ph type="title" idx="2"/>
          </p:nvPr>
        </p:nvSpPr>
        <p:spPr>
          <a:xfrm>
            <a:off x="3622350" y="3410283"/>
            <a:ext cx="1899300" cy="714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a:endParaRPr/>
          </a:p>
        </p:txBody>
      </p:sp>
      <p:sp>
        <p:nvSpPr>
          <p:cNvPr id="131" name="Google Shape;131;p23"/>
          <p:cNvSpPr txBox="1">
            <a:spLocks noGrp="1"/>
          </p:cNvSpPr>
          <p:nvPr>
            <p:ph type="subTitle" idx="3"/>
          </p:nvPr>
        </p:nvSpPr>
        <p:spPr>
          <a:xfrm>
            <a:off x="3729900" y="4217102"/>
            <a:ext cx="16842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132" name="Google Shape;132;p23"/>
          <p:cNvSpPr txBox="1">
            <a:spLocks noGrp="1"/>
          </p:cNvSpPr>
          <p:nvPr>
            <p:ph type="title" idx="4"/>
          </p:nvPr>
        </p:nvSpPr>
        <p:spPr>
          <a:xfrm>
            <a:off x="574363" y="3410283"/>
            <a:ext cx="1899300" cy="714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a:endParaRPr/>
          </a:p>
        </p:txBody>
      </p:sp>
      <p:sp>
        <p:nvSpPr>
          <p:cNvPr id="133" name="Google Shape;133;p23"/>
          <p:cNvSpPr txBox="1">
            <a:spLocks noGrp="1"/>
          </p:cNvSpPr>
          <p:nvPr>
            <p:ph type="subTitle" idx="5"/>
          </p:nvPr>
        </p:nvSpPr>
        <p:spPr>
          <a:xfrm>
            <a:off x="681913" y="4217102"/>
            <a:ext cx="16842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
        <p:nvSpPr>
          <p:cNvPr id="134" name="Google Shape;134;p23"/>
          <p:cNvSpPr txBox="1">
            <a:spLocks noGrp="1"/>
          </p:cNvSpPr>
          <p:nvPr>
            <p:ph type="title" idx="6"/>
          </p:nvPr>
        </p:nvSpPr>
        <p:spPr>
          <a:xfrm>
            <a:off x="6670325" y="3410283"/>
            <a:ext cx="1899300" cy="714900"/>
          </a:xfrm>
          <a:prstGeom prst="rect">
            <a:avLst/>
          </a:prstGeom>
          <a:noFill/>
          <a:ln>
            <a:noFill/>
          </a:ln>
        </p:spPr>
        <p:txBody>
          <a:bodyPr spcFirstLastPara="1" wrap="square" lIns="91425" tIns="91425" rIns="91425" bIns="91425" anchor="t" anchorCtr="0">
            <a:spAutoFit/>
          </a:bodyPr>
          <a:lstStyle>
            <a:lvl1pPr lvl="0" algn="ctr">
              <a:lnSpc>
                <a:spcPct val="100000"/>
              </a:lnSpc>
              <a:spcBef>
                <a:spcPts val="0"/>
              </a:spcBef>
              <a:spcAft>
                <a:spcPts val="0"/>
              </a:spcAft>
              <a:buSzPts val="4800"/>
              <a:buNone/>
              <a:defRPr sz="5600">
                <a:solidFill>
                  <a:schemeClr val="lt2"/>
                </a:solidFill>
              </a:defRPr>
            </a:lvl1pPr>
            <a:lvl2pPr lvl="1" algn="l">
              <a:lnSpc>
                <a:spcPct val="100000"/>
              </a:lnSpc>
              <a:spcBef>
                <a:spcPts val="0"/>
              </a:spcBef>
              <a:spcAft>
                <a:spcPts val="0"/>
              </a:spcAft>
              <a:buSzPts val="4800"/>
              <a:buNone/>
              <a:defRPr sz="5600"/>
            </a:lvl2pPr>
            <a:lvl3pPr lvl="2" algn="l">
              <a:lnSpc>
                <a:spcPct val="100000"/>
              </a:lnSpc>
              <a:spcBef>
                <a:spcPts val="0"/>
              </a:spcBef>
              <a:spcAft>
                <a:spcPts val="0"/>
              </a:spcAft>
              <a:buSzPts val="4800"/>
              <a:buNone/>
              <a:defRPr sz="5600"/>
            </a:lvl3pPr>
            <a:lvl4pPr lvl="3" algn="l">
              <a:lnSpc>
                <a:spcPct val="100000"/>
              </a:lnSpc>
              <a:spcBef>
                <a:spcPts val="0"/>
              </a:spcBef>
              <a:spcAft>
                <a:spcPts val="0"/>
              </a:spcAft>
              <a:buSzPts val="4800"/>
              <a:buNone/>
              <a:defRPr sz="5600"/>
            </a:lvl4pPr>
            <a:lvl5pPr lvl="4" algn="l">
              <a:lnSpc>
                <a:spcPct val="100000"/>
              </a:lnSpc>
              <a:spcBef>
                <a:spcPts val="0"/>
              </a:spcBef>
              <a:spcAft>
                <a:spcPts val="0"/>
              </a:spcAft>
              <a:buSzPts val="4800"/>
              <a:buNone/>
              <a:defRPr sz="5600"/>
            </a:lvl5pPr>
            <a:lvl6pPr lvl="5" algn="l">
              <a:lnSpc>
                <a:spcPct val="100000"/>
              </a:lnSpc>
              <a:spcBef>
                <a:spcPts val="0"/>
              </a:spcBef>
              <a:spcAft>
                <a:spcPts val="0"/>
              </a:spcAft>
              <a:buSzPts val="4800"/>
              <a:buNone/>
              <a:defRPr sz="5600"/>
            </a:lvl6pPr>
            <a:lvl7pPr lvl="6" algn="l">
              <a:lnSpc>
                <a:spcPct val="100000"/>
              </a:lnSpc>
              <a:spcBef>
                <a:spcPts val="0"/>
              </a:spcBef>
              <a:spcAft>
                <a:spcPts val="0"/>
              </a:spcAft>
              <a:buSzPts val="4800"/>
              <a:buNone/>
              <a:defRPr sz="5600"/>
            </a:lvl7pPr>
            <a:lvl8pPr lvl="7" algn="l">
              <a:lnSpc>
                <a:spcPct val="100000"/>
              </a:lnSpc>
              <a:spcBef>
                <a:spcPts val="0"/>
              </a:spcBef>
              <a:spcAft>
                <a:spcPts val="0"/>
              </a:spcAft>
              <a:buSzPts val="4800"/>
              <a:buNone/>
              <a:defRPr sz="5600"/>
            </a:lvl8pPr>
            <a:lvl9pPr lvl="8" algn="l">
              <a:lnSpc>
                <a:spcPct val="100000"/>
              </a:lnSpc>
              <a:spcBef>
                <a:spcPts val="0"/>
              </a:spcBef>
              <a:spcAft>
                <a:spcPts val="0"/>
              </a:spcAft>
              <a:buSzPts val="4800"/>
              <a:buNone/>
              <a:defRPr sz="5600"/>
            </a:lvl9pPr>
          </a:lstStyle>
          <a:p>
            <a:endParaRPr/>
          </a:p>
        </p:txBody>
      </p:sp>
      <p:sp>
        <p:nvSpPr>
          <p:cNvPr id="135" name="Google Shape;135;p23"/>
          <p:cNvSpPr txBox="1">
            <a:spLocks noGrp="1"/>
          </p:cNvSpPr>
          <p:nvPr>
            <p:ph type="subTitle" idx="7"/>
          </p:nvPr>
        </p:nvSpPr>
        <p:spPr>
          <a:xfrm>
            <a:off x="6777875" y="4217102"/>
            <a:ext cx="16842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1800"/>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section 8">
  <p:cSld name="BLANK_1_1_1_1_1_1_1_1_1_1_1_2_1_5">
    <p:bg>
      <p:bgPr>
        <a:solidFill>
          <a:schemeClr val="lt1"/>
        </a:solidFill>
        <a:effectLst/>
      </p:bgPr>
    </p:bg>
    <p:spTree>
      <p:nvGrpSpPr>
        <p:cNvPr id="1" name="Shape 136"/>
        <p:cNvGrpSpPr/>
        <p:nvPr/>
      </p:nvGrpSpPr>
      <p:grpSpPr>
        <a:xfrm>
          <a:off x="0" y="0"/>
          <a:ext cx="0" cy="0"/>
          <a:chOff x="0" y="0"/>
          <a:chExt cx="0" cy="0"/>
        </a:xfrm>
      </p:grpSpPr>
      <p:sp>
        <p:nvSpPr>
          <p:cNvPr id="137" name="Google Shape;137;p24"/>
          <p:cNvSpPr/>
          <p:nvPr/>
        </p:nvSpPr>
        <p:spPr>
          <a:xfrm>
            <a:off x="8141300" y="200278"/>
            <a:ext cx="823800" cy="198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24"/>
          <p:cNvSpPr/>
          <p:nvPr/>
        </p:nvSpPr>
        <p:spPr>
          <a:xfrm>
            <a:off x="0" y="1218975"/>
            <a:ext cx="9144000" cy="3924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39" name="Google Shape;139;p24"/>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40" name="Google Shape;140;p24"/>
          <p:cNvSpPr/>
          <p:nvPr/>
        </p:nvSpPr>
        <p:spPr>
          <a:xfrm>
            <a:off x="7643840" y="0"/>
            <a:ext cx="658800" cy="6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41" name="Google Shape;141;p24"/>
          <p:cNvSpPr/>
          <p:nvPr/>
        </p:nvSpPr>
        <p:spPr>
          <a:xfrm>
            <a:off x="7312266" y="887434"/>
            <a:ext cx="331500" cy="33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42" name="Google Shape;142;p24"/>
          <p:cNvSpPr/>
          <p:nvPr/>
        </p:nvSpPr>
        <p:spPr>
          <a:xfrm>
            <a:off x="8302516" y="377490"/>
            <a:ext cx="841500" cy="84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43" name="Google Shape;143;p24"/>
          <p:cNvSpPr/>
          <p:nvPr/>
        </p:nvSpPr>
        <p:spPr>
          <a:xfrm>
            <a:off x="8676264" y="751239"/>
            <a:ext cx="94200" cy="94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cxnSp>
        <p:nvCxnSpPr>
          <p:cNvPr id="144" name="Google Shape;144;p24"/>
          <p:cNvCxnSpPr>
            <a:stCxn id="143" idx="7"/>
            <a:endCxn id="140" idx="7"/>
          </p:cNvCxnSpPr>
          <p:nvPr/>
        </p:nvCxnSpPr>
        <p:spPr>
          <a:xfrm rot="10800000">
            <a:off x="8206169" y="96334"/>
            <a:ext cx="550500" cy="668700"/>
          </a:xfrm>
          <a:prstGeom prst="straightConnector1">
            <a:avLst/>
          </a:prstGeom>
          <a:noFill/>
          <a:ln w="9525" cap="flat" cmpd="sng">
            <a:solidFill>
              <a:schemeClr val="dk1"/>
            </a:solidFill>
            <a:prstDash val="solid"/>
            <a:round/>
            <a:headEnd type="none" w="sm" len="sm"/>
            <a:tailEnd type="none" w="sm" len="sm"/>
          </a:ln>
        </p:spPr>
      </p:cxnSp>
      <p:cxnSp>
        <p:nvCxnSpPr>
          <p:cNvPr id="145" name="Google Shape;145;p24"/>
          <p:cNvCxnSpPr>
            <a:stCxn id="143" idx="4"/>
          </p:cNvCxnSpPr>
          <p:nvPr/>
        </p:nvCxnSpPr>
        <p:spPr>
          <a:xfrm flipH="1">
            <a:off x="7517364" y="845439"/>
            <a:ext cx="1206000" cy="369600"/>
          </a:xfrm>
          <a:prstGeom prst="straightConnector1">
            <a:avLst/>
          </a:prstGeom>
          <a:noFill/>
          <a:ln w="9525" cap="flat" cmpd="sng">
            <a:solidFill>
              <a:schemeClr val="dk1"/>
            </a:solidFill>
            <a:prstDash val="solid"/>
            <a:round/>
            <a:headEnd type="none" w="sm" len="sm"/>
            <a:tailEnd type="none" w="sm" len="sm"/>
          </a:ln>
        </p:spPr>
      </p:cxnSp>
      <p:cxnSp>
        <p:nvCxnSpPr>
          <p:cNvPr id="146" name="Google Shape;146;p24"/>
          <p:cNvCxnSpPr/>
          <p:nvPr/>
        </p:nvCxnSpPr>
        <p:spPr>
          <a:xfrm rot="10800000" flipH="1">
            <a:off x="7323426" y="233734"/>
            <a:ext cx="335400" cy="759900"/>
          </a:xfrm>
          <a:prstGeom prst="straightConnector1">
            <a:avLst/>
          </a:prstGeom>
          <a:noFill/>
          <a:ln w="9525" cap="flat" cmpd="sng">
            <a:solidFill>
              <a:schemeClr val="dk1"/>
            </a:solidFill>
            <a:prstDash val="solid"/>
            <a:round/>
            <a:headEnd type="none" w="sm" len="sm"/>
            <a:tailEnd type="none" w="sm" len="sm"/>
          </a:ln>
        </p:spPr>
      </p:cxnSp>
      <p:sp>
        <p:nvSpPr>
          <p:cNvPr id="147" name="Google Shape;147;p24"/>
          <p:cNvSpPr txBox="1">
            <a:spLocks noGrp="1"/>
          </p:cNvSpPr>
          <p:nvPr>
            <p:ph type="body" idx="1"/>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48" name="Google Shape;148;p24"/>
          <p:cNvSpPr txBox="1">
            <a:spLocks noGrp="1"/>
          </p:cNvSpPr>
          <p:nvPr>
            <p:ph type="title" idx="2"/>
          </p:nvPr>
        </p:nvSpPr>
        <p:spPr>
          <a:xfrm>
            <a:off x="112425" y="3522983"/>
            <a:ext cx="1899300" cy="714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a:solidFill>
                  <a:schemeClr val="lt2"/>
                </a:solidFill>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149" name="Google Shape;149;p24"/>
          <p:cNvSpPr txBox="1">
            <a:spLocks noGrp="1"/>
          </p:cNvSpPr>
          <p:nvPr>
            <p:ph type="subTitle" idx="3"/>
          </p:nvPr>
        </p:nvSpPr>
        <p:spPr>
          <a:xfrm>
            <a:off x="459075" y="4178725"/>
            <a:ext cx="12060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900"/>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a:endParaRPr/>
          </a:p>
        </p:txBody>
      </p:sp>
      <p:sp>
        <p:nvSpPr>
          <p:cNvPr id="150" name="Google Shape;150;p24"/>
          <p:cNvSpPr txBox="1">
            <a:spLocks noGrp="1"/>
          </p:cNvSpPr>
          <p:nvPr>
            <p:ph type="title" idx="4"/>
          </p:nvPr>
        </p:nvSpPr>
        <p:spPr>
          <a:xfrm>
            <a:off x="4718600" y="3522983"/>
            <a:ext cx="1899300" cy="714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a:solidFill>
                  <a:schemeClr val="lt2"/>
                </a:solidFill>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151" name="Google Shape;151;p24"/>
          <p:cNvSpPr txBox="1">
            <a:spLocks noGrp="1"/>
          </p:cNvSpPr>
          <p:nvPr>
            <p:ph type="subTitle" idx="5"/>
          </p:nvPr>
        </p:nvSpPr>
        <p:spPr>
          <a:xfrm>
            <a:off x="5065250" y="4178725"/>
            <a:ext cx="1206000" cy="2757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900"/>
              <a:buNone/>
              <a:defRPr sz="900"/>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a:endParaRPr/>
          </a:p>
        </p:txBody>
      </p:sp>
      <p:sp>
        <p:nvSpPr>
          <p:cNvPr id="152" name="Google Shape;152;p24"/>
          <p:cNvSpPr txBox="1">
            <a:spLocks noGrp="1"/>
          </p:cNvSpPr>
          <p:nvPr>
            <p:ph type="body" idx="6"/>
          </p:nvPr>
        </p:nvSpPr>
        <p:spPr>
          <a:xfrm>
            <a:off x="6880375" y="3231050"/>
            <a:ext cx="20307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53" name="Google Shape;153;p24"/>
          <p:cNvSpPr txBox="1">
            <a:spLocks noGrp="1"/>
          </p:cNvSpPr>
          <p:nvPr>
            <p:ph type="subTitle" idx="7"/>
          </p:nvPr>
        </p:nvSpPr>
        <p:spPr>
          <a:xfrm>
            <a:off x="6880375" y="2984750"/>
            <a:ext cx="2030700" cy="2463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900"/>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a:endParaRPr/>
          </a:p>
        </p:txBody>
      </p:sp>
      <p:sp>
        <p:nvSpPr>
          <p:cNvPr id="154" name="Google Shape;154;p24"/>
          <p:cNvSpPr txBox="1">
            <a:spLocks noGrp="1"/>
          </p:cNvSpPr>
          <p:nvPr>
            <p:ph type="subTitle" idx="8"/>
          </p:nvPr>
        </p:nvSpPr>
        <p:spPr>
          <a:xfrm>
            <a:off x="2274000" y="2984750"/>
            <a:ext cx="2030700" cy="2463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900"/>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dk1"/>
              </a:buClr>
              <a:buSzPts val="900"/>
              <a:buFont typeface="Montserrat"/>
              <a:buNone/>
              <a:defRPr sz="900">
                <a:solidFill>
                  <a:schemeClr val="dk1"/>
                </a:solidFill>
              </a:defRPr>
            </a:lvl2pPr>
            <a:lvl3pPr lvl="2" algn="l">
              <a:lnSpc>
                <a:spcPct val="115000"/>
              </a:lnSpc>
              <a:spcBef>
                <a:spcPts val="0"/>
              </a:spcBef>
              <a:spcAft>
                <a:spcPts val="0"/>
              </a:spcAft>
              <a:buClr>
                <a:schemeClr val="dk1"/>
              </a:buClr>
              <a:buSzPts val="900"/>
              <a:buFont typeface="Montserrat"/>
              <a:buNone/>
              <a:defRPr sz="900">
                <a:solidFill>
                  <a:schemeClr val="dk1"/>
                </a:solidFill>
              </a:defRPr>
            </a:lvl3pPr>
            <a:lvl4pPr lvl="3" algn="l">
              <a:lnSpc>
                <a:spcPct val="115000"/>
              </a:lnSpc>
              <a:spcBef>
                <a:spcPts val="0"/>
              </a:spcBef>
              <a:spcAft>
                <a:spcPts val="0"/>
              </a:spcAft>
              <a:buClr>
                <a:schemeClr val="dk1"/>
              </a:buClr>
              <a:buSzPts val="900"/>
              <a:buFont typeface="Montserrat"/>
              <a:buNone/>
              <a:defRPr sz="900">
                <a:solidFill>
                  <a:schemeClr val="dk1"/>
                </a:solidFill>
              </a:defRPr>
            </a:lvl4pPr>
            <a:lvl5pPr lvl="4" algn="l">
              <a:lnSpc>
                <a:spcPct val="115000"/>
              </a:lnSpc>
              <a:spcBef>
                <a:spcPts val="0"/>
              </a:spcBef>
              <a:spcAft>
                <a:spcPts val="0"/>
              </a:spcAft>
              <a:buClr>
                <a:schemeClr val="dk1"/>
              </a:buClr>
              <a:buSzPts val="900"/>
              <a:buFont typeface="Montserrat"/>
              <a:buNone/>
              <a:defRPr sz="900">
                <a:solidFill>
                  <a:schemeClr val="dk1"/>
                </a:solidFill>
              </a:defRPr>
            </a:lvl5pPr>
            <a:lvl6pPr lvl="5" algn="l">
              <a:lnSpc>
                <a:spcPct val="115000"/>
              </a:lnSpc>
              <a:spcBef>
                <a:spcPts val="0"/>
              </a:spcBef>
              <a:spcAft>
                <a:spcPts val="0"/>
              </a:spcAft>
              <a:buClr>
                <a:schemeClr val="dk1"/>
              </a:buClr>
              <a:buSzPts val="900"/>
              <a:buFont typeface="Montserrat"/>
              <a:buNone/>
              <a:defRPr sz="900">
                <a:solidFill>
                  <a:schemeClr val="dk1"/>
                </a:solidFill>
              </a:defRPr>
            </a:lvl6pPr>
            <a:lvl7pPr lvl="6" algn="l">
              <a:lnSpc>
                <a:spcPct val="115000"/>
              </a:lnSpc>
              <a:spcBef>
                <a:spcPts val="0"/>
              </a:spcBef>
              <a:spcAft>
                <a:spcPts val="0"/>
              </a:spcAft>
              <a:buClr>
                <a:schemeClr val="dk1"/>
              </a:buClr>
              <a:buSzPts val="900"/>
              <a:buFont typeface="Montserrat"/>
              <a:buNone/>
              <a:defRPr sz="900">
                <a:solidFill>
                  <a:schemeClr val="dk1"/>
                </a:solidFill>
              </a:defRPr>
            </a:lvl7pPr>
            <a:lvl8pPr lvl="7" algn="l">
              <a:lnSpc>
                <a:spcPct val="115000"/>
              </a:lnSpc>
              <a:spcBef>
                <a:spcPts val="0"/>
              </a:spcBef>
              <a:spcAft>
                <a:spcPts val="0"/>
              </a:spcAft>
              <a:buClr>
                <a:schemeClr val="dk1"/>
              </a:buClr>
              <a:buSzPts val="900"/>
              <a:buFont typeface="Montserrat"/>
              <a:buNone/>
              <a:defRPr sz="900">
                <a:solidFill>
                  <a:schemeClr val="dk1"/>
                </a:solidFill>
              </a:defRPr>
            </a:lvl8pPr>
            <a:lvl9pPr lvl="8" algn="l">
              <a:lnSpc>
                <a:spcPct val="115000"/>
              </a:lnSpc>
              <a:spcBef>
                <a:spcPts val="0"/>
              </a:spcBef>
              <a:spcAft>
                <a:spcPts val="0"/>
              </a:spcAft>
              <a:buClr>
                <a:schemeClr val="dk1"/>
              </a:buClr>
              <a:buSzPts val="900"/>
              <a:buFont typeface="Montserrat"/>
              <a:buNone/>
              <a:defRPr sz="900">
                <a:solidFill>
                  <a:schemeClr val="dk1"/>
                </a:solidFill>
              </a:defRPr>
            </a:lvl9pPr>
          </a:lstStyle>
          <a:p>
            <a:endParaRPr/>
          </a:p>
        </p:txBody>
      </p:sp>
      <p:sp>
        <p:nvSpPr>
          <p:cNvPr id="155" name="Google Shape;155;p24"/>
          <p:cNvSpPr txBox="1">
            <a:spLocks noGrp="1"/>
          </p:cNvSpPr>
          <p:nvPr>
            <p:ph type="body" idx="9"/>
          </p:nvPr>
        </p:nvSpPr>
        <p:spPr>
          <a:xfrm>
            <a:off x="2274000" y="3231050"/>
            <a:ext cx="20307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section 9">
  <p:cSld name="BLANK_1_1_1_1_1_1_1_1_1_1_1_2_1_6">
    <p:bg>
      <p:bgPr>
        <a:solidFill>
          <a:schemeClr val="lt1"/>
        </a:solidFill>
        <a:effectLst/>
      </p:bgPr>
    </p:bg>
    <p:spTree>
      <p:nvGrpSpPr>
        <p:cNvPr id="1" name="Shape 156"/>
        <p:cNvGrpSpPr/>
        <p:nvPr/>
      </p:nvGrpSpPr>
      <p:grpSpPr>
        <a:xfrm>
          <a:off x="0" y="0"/>
          <a:ext cx="0" cy="0"/>
          <a:chOff x="0" y="0"/>
          <a:chExt cx="0" cy="0"/>
        </a:xfrm>
      </p:grpSpPr>
      <p:sp>
        <p:nvSpPr>
          <p:cNvPr id="157" name="Google Shape;157;p25"/>
          <p:cNvSpPr/>
          <p:nvPr/>
        </p:nvSpPr>
        <p:spPr>
          <a:xfrm>
            <a:off x="0" y="1218975"/>
            <a:ext cx="9144000" cy="3924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58" name="Google Shape;158;p25"/>
          <p:cNvSpPr txBox="1">
            <a:spLocks noGrp="1"/>
          </p:cNvSpPr>
          <p:nvPr>
            <p:ph type="body" idx="1"/>
          </p:nvPr>
        </p:nvSpPr>
        <p:spPr>
          <a:xfrm>
            <a:off x="422609" y="4243800"/>
            <a:ext cx="1728600" cy="457200"/>
          </a:xfrm>
          <a:prstGeom prst="rect">
            <a:avLst/>
          </a:prstGeom>
          <a:noFill/>
          <a:ln>
            <a:noFill/>
          </a:ln>
        </p:spPr>
        <p:txBody>
          <a:bodyPr spcFirstLastPara="1" wrap="square" lIns="0" tIns="0" rIns="0" bIns="0" anchor="b"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59" name="Google Shape;159;p25"/>
          <p:cNvSpPr txBox="1">
            <a:spLocks noGrp="1"/>
          </p:cNvSpPr>
          <p:nvPr>
            <p:ph type="body" idx="2"/>
          </p:nvPr>
        </p:nvSpPr>
        <p:spPr>
          <a:xfrm>
            <a:off x="2614838" y="4243800"/>
            <a:ext cx="1728600" cy="457200"/>
          </a:xfrm>
          <a:prstGeom prst="rect">
            <a:avLst/>
          </a:prstGeom>
          <a:noFill/>
          <a:ln>
            <a:noFill/>
          </a:ln>
        </p:spPr>
        <p:txBody>
          <a:bodyPr spcFirstLastPara="1" wrap="square" lIns="0" tIns="0" rIns="0" bIns="0" anchor="b"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60" name="Google Shape;160;p25"/>
          <p:cNvSpPr txBox="1">
            <a:spLocks noGrp="1"/>
          </p:cNvSpPr>
          <p:nvPr>
            <p:ph type="body" idx="3"/>
          </p:nvPr>
        </p:nvSpPr>
        <p:spPr>
          <a:xfrm>
            <a:off x="4785550" y="4243800"/>
            <a:ext cx="1728600" cy="457200"/>
          </a:xfrm>
          <a:prstGeom prst="rect">
            <a:avLst/>
          </a:prstGeom>
          <a:noFill/>
          <a:ln>
            <a:noFill/>
          </a:ln>
        </p:spPr>
        <p:txBody>
          <a:bodyPr spcFirstLastPara="1" wrap="square" lIns="0" tIns="0" rIns="0" bIns="0" anchor="b"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61" name="Google Shape;161;p25"/>
          <p:cNvSpPr txBox="1">
            <a:spLocks noGrp="1"/>
          </p:cNvSpPr>
          <p:nvPr>
            <p:ph type="body" idx="4"/>
          </p:nvPr>
        </p:nvSpPr>
        <p:spPr>
          <a:xfrm>
            <a:off x="6956263" y="4243800"/>
            <a:ext cx="1728600" cy="457200"/>
          </a:xfrm>
          <a:prstGeom prst="rect">
            <a:avLst/>
          </a:prstGeom>
          <a:noFill/>
          <a:ln>
            <a:noFill/>
          </a:ln>
        </p:spPr>
        <p:txBody>
          <a:bodyPr spcFirstLastPara="1" wrap="square" lIns="0" tIns="0" rIns="0" bIns="0" anchor="b" anchorCtr="0">
            <a:no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62" name="Google Shape;162;p25"/>
          <p:cNvSpPr txBox="1">
            <a:spLocks noGrp="1"/>
          </p:cNvSpPr>
          <p:nvPr>
            <p:ph type="title"/>
          </p:nvPr>
        </p:nvSpPr>
        <p:spPr>
          <a:xfrm>
            <a:off x="422609" y="3094675"/>
            <a:ext cx="1728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63" name="Google Shape;163;p25"/>
          <p:cNvSpPr txBox="1">
            <a:spLocks noGrp="1"/>
          </p:cNvSpPr>
          <p:nvPr>
            <p:ph type="title" idx="5"/>
          </p:nvPr>
        </p:nvSpPr>
        <p:spPr>
          <a:xfrm>
            <a:off x="2614838" y="3094675"/>
            <a:ext cx="1728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64" name="Google Shape;164;p25"/>
          <p:cNvSpPr txBox="1">
            <a:spLocks noGrp="1"/>
          </p:cNvSpPr>
          <p:nvPr>
            <p:ph type="title" idx="6"/>
          </p:nvPr>
        </p:nvSpPr>
        <p:spPr>
          <a:xfrm>
            <a:off x="4785550" y="3094675"/>
            <a:ext cx="1728600" cy="3693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65" name="Google Shape;165;p25"/>
          <p:cNvSpPr txBox="1">
            <a:spLocks noGrp="1"/>
          </p:cNvSpPr>
          <p:nvPr>
            <p:ph type="title" idx="7"/>
          </p:nvPr>
        </p:nvSpPr>
        <p:spPr>
          <a:xfrm>
            <a:off x="6956263" y="3094675"/>
            <a:ext cx="1728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4800"/>
              <a:buNone/>
              <a:defRPr sz="36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66" name="Google Shape;166;p25"/>
          <p:cNvSpPr/>
          <p:nvPr/>
        </p:nvSpPr>
        <p:spPr>
          <a:xfrm>
            <a:off x="8141300" y="200278"/>
            <a:ext cx="823800" cy="198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5"/>
          <p:cNvSpPr txBox="1">
            <a:spLocks noGrp="1"/>
          </p:cNvSpPr>
          <p:nvPr>
            <p:ph type="title" idx="8"/>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68" name="Google Shape;168;p25"/>
          <p:cNvSpPr/>
          <p:nvPr/>
        </p:nvSpPr>
        <p:spPr>
          <a:xfrm>
            <a:off x="7643840" y="0"/>
            <a:ext cx="658800" cy="658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69" name="Google Shape;169;p25"/>
          <p:cNvSpPr/>
          <p:nvPr/>
        </p:nvSpPr>
        <p:spPr>
          <a:xfrm>
            <a:off x="7312266" y="887434"/>
            <a:ext cx="331500" cy="33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70" name="Google Shape;170;p25"/>
          <p:cNvSpPr/>
          <p:nvPr/>
        </p:nvSpPr>
        <p:spPr>
          <a:xfrm>
            <a:off x="8302516" y="377490"/>
            <a:ext cx="841500" cy="8415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71" name="Google Shape;171;p25"/>
          <p:cNvSpPr/>
          <p:nvPr/>
        </p:nvSpPr>
        <p:spPr>
          <a:xfrm>
            <a:off x="8676264" y="751239"/>
            <a:ext cx="94200" cy="942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cxnSp>
        <p:nvCxnSpPr>
          <p:cNvPr id="172" name="Google Shape;172;p25"/>
          <p:cNvCxnSpPr>
            <a:stCxn id="171" idx="7"/>
            <a:endCxn id="168" idx="7"/>
          </p:cNvCxnSpPr>
          <p:nvPr/>
        </p:nvCxnSpPr>
        <p:spPr>
          <a:xfrm rot="10800000">
            <a:off x="8206169" y="96334"/>
            <a:ext cx="550500" cy="668700"/>
          </a:xfrm>
          <a:prstGeom prst="straightConnector1">
            <a:avLst/>
          </a:prstGeom>
          <a:noFill/>
          <a:ln w="9525" cap="flat" cmpd="sng">
            <a:solidFill>
              <a:schemeClr val="dk1"/>
            </a:solidFill>
            <a:prstDash val="solid"/>
            <a:round/>
            <a:headEnd type="none" w="sm" len="sm"/>
            <a:tailEnd type="none" w="sm" len="sm"/>
          </a:ln>
        </p:spPr>
      </p:cxnSp>
      <p:cxnSp>
        <p:nvCxnSpPr>
          <p:cNvPr id="173" name="Google Shape;173;p25"/>
          <p:cNvCxnSpPr>
            <a:stCxn id="171" idx="4"/>
          </p:cNvCxnSpPr>
          <p:nvPr/>
        </p:nvCxnSpPr>
        <p:spPr>
          <a:xfrm flipH="1">
            <a:off x="7517364" y="845439"/>
            <a:ext cx="1206000" cy="369600"/>
          </a:xfrm>
          <a:prstGeom prst="straightConnector1">
            <a:avLst/>
          </a:prstGeom>
          <a:noFill/>
          <a:ln w="9525" cap="flat" cmpd="sng">
            <a:solidFill>
              <a:schemeClr val="dk1"/>
            </a:solidFill>
            <a:prstDash val="solid"/>
            <a:round/>
            <a:headEnd type="none" w="sm" len="sm"/>
            <a:tailEnd type="none" w="sm" len="sm"/>
          </a:ln>
        </p:spPr>
      </p:cxnSp>
      <p:cxnSp>
        <p:nvCxnSpPr>
          <p:cNvPr id="174" name="Google Shape;174;p25"/>
          <p:cNvCxnSpPr/>
          <p:nvPr/>
        </p:nvCxnSpPr>
        <p:spPr>
          <a:xfrm rot="10800000" flipH="1">
            <a:off x="7323426" y="233734"/>
            <a:ext cx="335400" cy="759900"/>
          </a:xfrm>
          <a:prstGeom prst="straightConnector1">
            <a:avLst/>
          </a:prstGeom>
          <a:noFill/>
          <a:ln w="9525" cap="flat" cmpd="sng">
            <a:solidFill>
              <a:schemeClr val="dk1"/>
            </a:solidFill>
            <a:prstDash val="solid"/>
            <a:round/>
            <a:headEnd type="none" w="sm" len="sm"/>
            <a:tailEnd type="none" w="sm" len="sm"/>
          </a:ln>
        </p:spPr>
      </p:cxnSp>
      <p:sp>
        <p:nvSpPr>
          <p:cNvPr id="175" name="Google Shape;175;p25"/>
          <p:cNvSpPr txBox="1">
            <a:spLocks noGrp="1"/>
          </p:cNvSpPr>
          <p:nvPr>
            <p:ph type="body" idx="9"/>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ub-section 4 content display">
  <p:cSld name="BLANK_1_1_1_1_1_1_1_1_1_1_1_2_1_2_1">
    <p:spTree>
      <p:nvGrpSpPr>
        <p:cNvPr id="1" name="Shape 176"/>
        <p:cNvGrpSpPr/>
        <p:nvPr/>
      </p:nvGrpSpPr>
      <p:grpSpPr>
        <a:xfrm>
          <a:off x="0" y="0"/>
          <a:ext cx="0" cy="0"/>
          <a:chOff x="0" y="0"/>
          <a:chExt cx="0" cy="0"/>
        </a:xfrm>
      </p:grpSpPr>
      <p:sp>
        <p:nvSpPr>
          <p:cNvPr id="177" name="Google Shape;177;p26"/>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cxnSp>
        <p:nvCxnSpPr>
          <p:cNvPr id="178" name="Google Shape;178;p26"/>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179" name="Google Shape;179;p26"/>
          <p:cNvSpPr txBox="1">
            <a:spLocks noGrp="1"/>
          </p:cNvSpPr>
          <p:nvPr>
            <p:ph type="body" idx="1"/>
          </p:nvPr>
        </p:nvSpPr>
        <p:spPr>
          <a:xfrm>
            <a:off x="25597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80" name="Google Shape;180;p26"/>
          <p:cNvSpPr txBox="1">
            <a:spLocks noGrp="1"/>
          </p:cNvSpPr>
          <p:nvPr>
            <p:ph type="body" idx="2"/>
          </p:nvPr>
        </p:nvSpPr>
        <p:spPr>
          <a:xfrm>
            <a:off x="4882425" y="1547275"/>
            <a:ext cx="3639600" cy="6183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81" name="Google Shape;181;p26"/>
          <p:cNvSpPr txBox="1">
            <a:spLocks noGrp="1"/>
          </p:cNvSpPr>
          <p:nvPr>
            <p:ph type="body" idx="3"/>
          </p:nvPr>
        </p:nvSpPr>
        <p:spPr>
          <a:xfrm>
            <a:off x="3582350" y="3224900"/>
            <a:ext cx="3639600" cy="16581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82" name="Google Shape;182;p26"/>
          <p:cNvSpPr txBox="1">
            <a:spLocks noGrp="1"/>
          </p:cNvSpPr>
          <p:nvPr>
            <p:ph type="subTitle" idx="4"/>
          </p:nvPr>
        </p:nvSpPr>
        <p:spPr>
          <a:xfrm>
            <a:off x="3582350" y="2987900"/>
            <a:ext cx="3639600" cy="164100"/>
          </a:xfrm>
          <a:prstGeom prst="rect">
            <a:avLst/>
          </a:prstGeom>
          <a:noFill/>
          <a:ln>
            <a:noFill/>
          </a:ln>
        </p:spPr>
        <p:txBody>
          <a:bodyPr spcFirstLastPara="1" wrap="square" lIns="0" tIns="0" rIns="0" bIns="0" anchor="ctr" anchorCtr="0">
            <a:noAutofit/>
          </a:bodyPr>
          <a:lstStyle>
            <a:lvl1pPr lvl="0"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lgn="l">
              <a:lnSpc>
                <a:spcPct val="115000"/>
              </a:lnSpc>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a:endParaRPr/>
          </a:p>
        </p:txBody>
      </p:sp>
      <p:sp>
        <p:nvSpPr>
          <p:cNvPr id="183" name="Google Shape;183;p26"/>
          <p:cNvSpPr>
            <a:spLocks noGrp="1"/>
          </p:cNvSpPr>
          <p:nvPr>
            <p:ph type="pic" idx="5"/>
          </p:nvPr>
        </p:nvSpPr>
        <p:spPr>
          <a:xfrm>
            <a:off x="256025" y="2987900"/>
            <a:ext cx="3176400" cy="1904400"/>
          </a:xfrm>
          <a:prstGeom prst="rect">
            <a:avLst/>
          </a:prstGeom>
          <a:noFill/>
          <a:ln>
            <a:noFill/>
          </a:ln>
        </p:spPr>
      </p:sp>
      <p:sp>
        <p:nvSpPr>
          <p:cNvPr id="184" name="Google Shape;184;p26"/>
          <p:cNvSpPr txBox="1">
            <a:spLocks noGrp="1"/>
          </p:cNvSpPr>
          <p:nvPr>
            <p:ph type="subTitle" idx="6"/>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800"/>
              <a:buFont typeface="Montserrat"/>
              <a:buNone/>
              <a:defRPr/>
            </a:lvl1pPr>
            <a:lvl2pPr lvl="1" algn="l">
              <a:lnSpc>
                <a:spcPct val="115000"/>
              </a:lnSpc>
              <a:spcBef>
                <a:spcPts val="0"/>
              </a:spcBef>
              <a:spcAft>
                <a:spcPts val="0"/>
              </a:spcAft>
              <a:buSzPts val="800"/>
              <a:buFont typeface="Montserrat"/>
              <a:buNone/>
              <a:defRPr/>
            </a:lvl2pPr>
            <a:lvl3pPr lvl="2" algn="l">
              <a:lnSpc>
                <a:spcPct val="115000"/>
              </a:lnSpc>
              <a:spcBef>
                <a:spcPts val="0"/>
              </a:spcBef>
              <a:spcAft>
                <a:spcPts val="0"/>
              </a:spcAft>
              <a:buSzPts val="800"/>
              <a:buFont typeface="Montserrat"/>
              <a:buNone/>
              <a:defRPr/>
            </a:lvl3pPr>
            <a:lvl4pPr lvl="3" algn="l">
              <a:lnSpc>
                <a:spcPct val="115000"/>
              </a:lnSpc>
              <a:spcBef>
                <a:spcPts val="0"/>
              </a:spcBef>
              <a:spcAft>
                <a:spcPts val="0"/>
              </a:spcAft>
              <a:buSzPts val="800"/>
              <a:buFont typeface="Montserrat"/>
              <a:buNone/>
              <a:defRPr/>
            </a:lvl4pPr>
            <a:lvl5pPr lvl="4" algn="l">
              <a:lnSpc>
                <a:spcPct val="115000"/>
              </a:lnSpc>
              <a:spcBef>
                <a:spcPts val="0"/>
              </a:spcBef>
              <a:spcAft>
                <a:spcPts val="0"/>
              </a:spcAft>
              <a:buSzPts val="800"/>
              <a:buFont typeface="Montserrat"/>
              <a:buNone/>
              <a:defRPr/>
            </a:lvl5pPr>
            <a:lvl6pPr lvl="5" algn="l">
              <a:lnSpc>
                <a:spcPct val="115000"/>
              </a:lnSpc>
              <a:spcBef>
                <a:spcPts val="0"/>
              </a:spcBef>
              <a:spcAft>
                <a:spcPts val="0"/>
              </a:spcAft>
              <a:buSzPts val="800"/>
              <a:buFont typeface="Montserrat"/>
              <a:buNone/>
              <a:defRPr/>
            </a:lvl6pPr>
            <a:lvl7pPr lvl="6" algn="l">
              <a:lnSpc>
                <a:spcPct val="115000"/>
              </a:lnSpc>
              <a:spcBef>
                <a:spcPts val="0"/>
              </a:spcBef>
              <a:spcAft>
                <a:spcPts val="0"/>
              </a:spcAft>
              <a:buSzPts val="800"/>
              <a:buFont typeface="Montserrat"/>
              <a:buNone/>
              <a:defRPr/>
            </a:lvl7pPr>
            <a:lvl8pPr lvl="7" algn="l">
              <a:lnSpc>
                <a:spcPct val="115000"/>
              </a:lnSpc>
              <a:spcBef>
                <a:spcPts val="0"/>
              </a:spcBef>
              <a:spcAft>
                <a:spcPts val="0"/>
              </a:spcAft>
              <a:buSzPts val="800"/>
              <a:buFont typeface="Montserrat"/>
              <a:buNone/>
              <a:defRPr/>
            </a:lvl8pPr>
            <a:lvl9pPr lvl="8" algn="l">
              <a:lnSpc>
                <a:spcPct val="115000"/>
              </a:lnSpc>
              <a:spcBef>
                <a:spcPts val="0"/>
              </a:spcBef>
              <a:spcAft>
                <a:spcPts val="0"/>
              </a:spcAft>
              <a:buSzPts val="800"/>
              <a:buFont typeface="Montserrat"/>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display with image">
  <p:cSld name="BLANK_1_1_1_1_1_1_1_1_1_1_1_2_1_2_1_1">
    <p:bg>
      <p:bgPr>
        <a:solidFill>
          <a:schemeClr val="lt1"/>
        </a:solidFill>
        <a:effectLst/>
      </p:bgPr>
    </p:bg>
    <p:spTree>
      <p:nvGrpSpPr>
        <p:cNvPr id="1" name="Shape 185"/>
        <p:cNvGrpSpPr/>
        <p:nvPr/>
      </p:nvGrpSpPr>
      <p:grpSpPr>
        <a:xfrm>
          <a:off x="0" y="0"/>
          <a:ext cx="0" cy="0"/>
          <a:chOff x="0" y="0"/>
          <a:chExt cx="0" cy="0"/>
        </a:xfrm>
      </p:grpSpPr>
      <p:sp>
        <p:nvSpPr>
          <p:cNvPr id="186" name="Google Shape;186;p27"/>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87" name="Google Shape;187;p27"/>
          <p:cNvSpPr>
            <a:spLocks noGrp="1"/>
          </p:cNvSpPr>
          <p:nvPr>
            <p:ph type="pic" idx="2"/>
          </p:nvPr>
        </p:nvSpPr>
        <p:spPr>
          <a:xfrm>
            <a:off x="6565675" y="6375"/>
            <a:ext cx="2578200" cy="5143500"/>
          </a:xfrm>
          <a:prstGeom prst="rect">
            <a:avLst/>
          </a:prstGeom>
          <a:noFill/>
          <a:ln>
            <a:noFill/>
          </a:ln>
        </p:spPr>
      </p:sp>
      <p:sp>
        <p:nvSpPr>
          <p:cNvPr id="188" name="Google Shape;188;p27"/>
          <p:cNvSpPr txBox="1">
            <a:spLocks noGrp="1"/>
          </p:cNvSpPr>
          <p:nvPr>
            <p:ph type="body" idx="1"/>
          </p:nvPr>
        </p:nvSpPr>
        <p:spPr>
          <a:xfrm>
            <a:off x="256600" y="1672900"/>
            <a:ext cx="1881600" cy="7758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89" name="Google Shape;189;p27"/>
          <p:cNvSpPr txBox="1">
            <a:spLocks noGrp="1"/>
          </p:cNvSpPr>
          <p:nvPr>
            <p:ph type="title" idx="3"/>
          </p:nvPr>
        </p:nvSpPr>
        <p:spPr>
          <a:xfrm>
            <a:off x="256600" y="1383825"/>
            <a:ext cx="1881600" cy="189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190" name="Google Shape;190;p27"/>
          <p:cNvSpPr txBox="1">
            <a:spLocks noGrp="1"/>
          </p:cNvSpPr>
          <p:nvPr>
            <p:ph type="body" idx="4"/>
          </p:nvPr>
        </p:nvSpPr>
        <p:spPr>
          <a:xfrm>
            <a:off x="256600" y="3630275"/>
            <a:ext cx="1881600" cy="7758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91" name="Google Shape;191;p27"/>
          <p:cNvSpPr txBox="1">
            <a:spLocks noGrp="1"/>
          </p:cNvSpPr>
          <p:nvPr>
            <p:ph type="title" idx="5"/>
          </p:nvPr>
        </p:nvSpPr>
        <p:spPr>
          <a:xfrm>
            <a:off x="256600" y="3341200"/>
            <a:ext cx="1881600" cy="189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192" name="Google Shape;192;p27"/>
          <p:cNvSpPr txBox="1">
            <a:spLocks noGrp="1"/>
          </p:cNvSpPr>
          <p:nvPr>
            <p:ph type="body" idx="6"/>
          </p:nvPr>
        </p:nvSpPr>
        <p:spPr>
          <a:xfrm>
            <a:off x="2582375" y="1672900"/>
            <a:ext cx="1881600" cy="7758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93" name="Google Shape;193;p27"/>
          <p:cNvSpPr txBox="1">
            <a:spLocks noGrp="1"/>
          </p:cNvSpPr>
          <p:nvPr>
            <p:ph type="title" idx="7"/>
          </p:nvPr>
        </p:nvSpPr>
        <p:spPr>
          <a:xfrm>
            <a:off x="2582375" y="1383825"/>
            <a:ext cx="1881600" cy="189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4800"/>
              <a:buNone/>
              <a:defRPr sz="1200">
                <a:latin typeface="Montserrat"/>
                <a:ea typeface="Montserrat"/>
                <a:cs typeface="Montserrat"/>
                <a:sym typeface="Montserrat"/>
              </a:defRPr>
            </a:lvl1pPr>
            <a:lvl2pPr lvl="1" algn="l">
              <a:lnSpc>
                <a:spcPct val="115000"/>
              </a:lnSpc>
              <a:spcBef>
                <a:spcPts val="0"/>
              </a:spcBef>
              <a:spcAft>
                <a:spcPts val="0"/>
              </a:spcAft>
              <a:buSzPts val="4800"/>
              <a:buNone/>
              <a:defRPr sz="1200">
                <a:latin typeface="Montserrat"/>
                <a:ea typeface="Montserrat"/>
                <a:cs typeface="Montserrat"/>
                <a:sym typeface="Montserrat"/>
              </a:defRPr>
            </a:lvl2pPr>
            <a:lvl3pPr lvl="2" algn="l">
              <a:lnSpc>
                <a:spcPct val="115000"/>
              </a:lnSpc>
              <a:spcBef>
                <a:spcPts val="0"/>
              </a:spcBef>
              <a:spcAft>
                <a:spcPts val="0"/>
              </a:spcAft>
              <a:buSzPts val="4800"/>
              <a:buNone/>
              <a:defRPr sz="1200">
                <a:latin typeface="Montserrat"/>
                <a:ea typeface="Montserrat"/>
                <a:cs typeface="Montserrat"/>
                <a:sym typeface="Montserrat"/>
              </a:defRPr>
            </a:lvl3pPr>
            <a:lvl4pPr lvl="3" algn="l">
              <a:lnSpc>
                <a:spcPct val="115000"/>
              </a:lnSpc>
              <a:spcBef>
                <a:spcPts val="0"/>
              </a:spcBef>
              <a:spcAft>
                <a:spcPts val="0"/>
              </a:spcAft>
              <a:buSzPts val="4800"/>
              <a:buNone/>
              <a:defRPr sz="1200">
                <a:latin typeface="Montserrat"/>
                <a:ea typeface="Montserrat"/>
                <a:cs typeface="Montserrat"/>
                <a:sym typeface="Montserrat"/>
              </a:defRPr>
            </a:lvl4pPr>
            <a:lvl5pPr lvl="4" algn="l">
              <a:lnSpc>
                <a:spcPct val="115000"/>
              </a:lnSpc>
              <a:spcBef>
                <a:spcPts val="0"/>
              </a:spcBef>
              <a:spcAft>
                <a:spcPts val="0"/>
              </a:spcAft>
              <a:buSzPts val="4800"/>
              <a:buNone/>
              <a:defRPr sz="1200">
                <a:latin typeface="Montserrat"/>
                <a:ea typeface="Montserrat"/>
                <a:cs typeface="Montserrat"/>
                <a:sym typeface="Montserrat"/>
              </a:defRPr>
            </a:lvl5pPr>
            <a:lvl6pPr lvl="5" algn="l">
              <a:lnSpc>
                <a:spcPct val="115000"/>
              </a:lnSpc>
              <a:spcBef>
                <a:spcPts val="0"/>
              </a:spcBef>
              <a:spcAft>
                <a:spcPts val="0"/>
              </a:spcAft>
              <a:buSzPts val="4800"/>
              <a:buNone/>
              <a:defRPr sz="1200">
                <a:latin typeface="Montserrat"/>
                <a:ea typeface="Montserrat"/>
                <a:cs typeface="Montserrat"/>
                <a:sym typeface="Montserrat"/>
              </a:defRPr>
            </a:lvl6pPr>
            <a:lvl7pPr lvl="6" algn="l">
              <a:lnSpc>
                <a:spcPct val="115000"/>
              </a:lnSpc>
              <a:spcBef>
                <a:spcPts val="0"/>
              </a:spcBef>
              <a:spcAft>
                <a:spcPts val="0"/>
              </a:spcAft>
              <a:buSzPts val="4800"/>
              <a:buNone/>
              <a:defRPr sz="1200">
                <a:latin typeface="Montserrat"/>
                <a:ea typeface="Montserrat"/>
                <a:cs typeface="Montserrat"/>
                <a:sym typeface="Montserrat"/>
              </a:defRPr>
            </a:lvl7pPr>
            <a:lvl8pPr lvl="7" algn="l">
              <a:lnSpc>
                <a:spcPct val="115000"/>
              </a:lnSpc>
              <a:spcBef>
                <a:spcPts val="0"/>
              </a:spcBef>
              <a:spcAft>
                <a:spcPts val="0"/>
              </a:spcAft>
              <a:buSzPts val="4800"/>
              <a:buNone/>
              <a:defRPr sz="1200">
                <a:latin typeface="Montserrat"/>
                <a:ea typeface="Montserrat"/>
                <a:cs typeface="Montserrat"/>
                <a:sym typeface="Montserrat"/>
              </a:defRPr>
            </a:lvl8pPr>
            <a:lvl9pPr lvl="8" algn="l">
              <a:lnSpc>
                <a:spcPct val="115000"/>
              </a:lnSpc>
              <a:spcBef>
                <a:spcPts val="0"/>
              </a:spcBef>
              <a:spcAft>
                <a:spcPts val="0"/>
              </a:spcAft>
              <a:buSzPts val="4800"/>
              <a:buNone/>
              <a:defRPr sz="1200">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WOT analysis">
  <p:cSld name="BLANK_1_1_1_1_1_1_1_1_1_1_1_2_1_2_1_1_1">
    <p:bg>
      <p:bgPr>
        <a:solidFill>
          <a:schemeClr val="dk2"/>
        </a:solidFill>
        <a:effectLst/>
      </p:bgPr>
    </p:bg>
    <p:spTree>
      <p:nvGrpSpPr>
        <p:cNvPr id="1" name="Shape 194"/>
        <p:cNvGrpSpPr/>
        <p:nvPr/>
      </p:nvGrpSpPr>
      <p:grpSpPr>
        <a:xfrm>
          <a:off x="0" y="0"/>
          <a:ext cx="0" cy="0"/>
          <a:chOff x="0" y="0"/>
          <a:chExt cx="0" cy="0"/>
        </a:xfrm>
      </p:grpSpPr>
      <p:sp>
        <p:nvSpPr>
          <p:cNvPr id="195" name="Google Shape;195;p28"/>
          <p:cNvSpPr txBox="1">
            <a:spLocks noGrp="1"/>
          </p:cNvSpPr>
          <p:nvPr>
            <p:ph type="title"/>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196" name="Google Shape;196;p28"/>
          <p:cNvSpPr/>
          <p:nvPr/>
        </p:nvSpPr>
        <p:spPr>
          <a:xfrm rot="10800000" flipH="1">
            <a:off x="5434850" y="1434600"/>
            <a:ext cx="3709200" cy="3708900"/>
          </a:xfrm>
          <a:prstGeom prst="rect">
            <a:avLst/>
          </a:prstGeom>
          <a:gradFill>
            <a:gsLst>
              <a:gs pos="0">
                <a:schemeClr val="accent1"/>
              </a:gs>
              <a:gs pos="72000">
                <a:schemeClr val="accent3"/>
              </a:gs>
              <a:gs pos="100000">
                <a:schemeClr val="accent3"/>
              </a:gs>
            </a:gsLst>
            <a:path path="circle">
              <a:fillToRect l="100000" b="100000"/>
            </a:path>
            <a:tileRect t="-100000" r="-10000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197" name="Google Shape;197;p28"/>
          <p:cNvSpPr txBox="1">
            <a:spLocks noGrp="1"/>
          </p:cNvSpPr>
          <p:nvPr>
            <p:ph type="body" idx="1"/>
          </p:nvPr>
        </p:nvSpPr>
        <p:spPr>
          <a:xfrm>
            <a:off x="566475" y="1548175"/>
            <a:ext cx="3639600" cy="8859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198" name="Google Shape;198;p28"/>
          <p:cNvSpPr txBox="1">
            <a:spLocks noGrp="1"/>
          </p:cNvSpPr>
          <p:nvPr>
            <p:ph type="title" idx="2"/>
          </p:nvPr>
        </p:nvSpPr>
        <p:spPr>
          <a:xfrm>
            <a:off x="566475" y="1226825"/>
            <a:ext cx="3639600" cy="189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a:endParaRPr/>
          </a:p>
        </p:txBody>
      </p:sp>
      <p:sp>
        <p:nvSpPr>
          <p:cNvPr id="199" name="Google Shape;199;p28"/>
          <p:cNvSpPr txBox="1">
            <a:spLocks noGrp="1"/>
          </p:cNvSpPr>
          <p:nvPr>
            <p:ph type="body" idx="3"/>
          </p:nvPr>
        </p:nvSpPr>
        <p:spPr>
          <a:xfrm>
            <a:off x="4937950" y="1548175"/>
            <a:ext cx="3639600" cy="8859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200" name="Google Shape;200;p28"/>
          <p:cNvSpPr txBox="1">
            <a:spLocks noGrp="1"/>
          </p:cNvSpPr>
          <p:nvPr>
            <p:ph type="title" idx="4"/>
          </p:nvPr>
        </p:nvSpPr>
        <p:spPr>
          <a:xfrm>
            <a:off x="4937950" y="1226825"/>
            <a:ext cx="3639600" cy="189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a:endParaRPr/>
          </a:p>
        </p:txBody>
      </p:sp>
      <p:sp>
        <p:nvSpPr>
          <p:cNvPr id="201" name="Google Shape;201;p28"/>
          <p:cNvSpPr txBox="1">
            <a:spLocks noGrp="1"/>
          </p:cNvSpPr>
          <p:nvPr>
            <p:ph type="body" idx="5"/>
          </p:nvPr>
        </p:nvSpPr>
        <p:spPr>
          <a:xfrm>
            <a:off x="4937925" y="3564300"/>
            <a:ext cx="3639600" cy="8859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202" name="Google Shape;202;p28"/>
          <p:cNvSpPr txBox="1">
            <a:spLocks noGrp="1"/>
          </p:cNvSpPr>
          <p:nvPr>
            <p:ph type="title" idx="6"/>
          </p:nvPr>
        </p:nvSpPr>
        <p:spPr>
          <a:xfrm>
            <a:off x="4937925" y="3242950"/>
            <a:ext cx="3639600" cy="1896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a:endParaRPr/>
          </a:p>
        </p:txBody>
      </p:sp>
      <p:sp>
        <p:nvSpPr>
          <p:cNvPr id="203" name="Google Shape;203;p28"/>
          <p:cNvSpPr txBox="1">
            <a:spLocks noGrp="1"/>
          </p:cNvSpPr>
          <p:nvPr>
            <p:ph type="body" idx="7"/>
          </p:nvPr>
        </p:nvSpPr>
        <p:spPr>
          <a:xfrm>
            <a:off x="566500" y="3564300"/>
            <a:ext cx="3639600" cy="8859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Clr>
                <a:schemeClr val="lt2"/>
              </a:buClr>
              <a:buSzPts val="900"/>
              <a:buFont typeface="Montserrat"/>
              <a:buChar char="●"/>
              <a:defRPr/>
            </a:lvl1pPr>
            <a:lvl2pPr marL="914400" lvl="1" indent="-285750" algn="l">
              <a:lnSpc>
                <a:spcPct val="115000"/>
              </a:lnSpc>
              <a:spcBef>
                <a:spcPts val="0"/>
              </a:spcBef>
              <a:spcAft>
                <a:spcPts val="0"/>
              </a:spcAft>
              <a:buClr>
                <a:schemeClr val="lt2"/>
              </a:buClr>
              <a:buSzPts val="900"/>
              <a:buFont typeface="Montserrat"/>
              <a:buChar char="○"/>
              <a:defRPr/>
            </a:lvl2pPr>
            <a:lvl3pPr marL="1371600" lvl="2" indent="-285750" algn="l">
              <a:lnSpc>
                <a:spcPct val="115000"/>
              </a:lnSpc>
              <a:spcBef>
                <a:spcPts val="0"/>
              </a:spcBef>
              <a:spcAft>
                <a:spcPts val="0"/>
              </a:spcAft>
              <a:buClr>
                <a:schemeClr val="lt2"/>
              </a:buClr>
              <a:buSzPts val="900"/>
              <a:buFont typeface="Montserrat"/>
              <a:buChar char="■"/>
              <a:defRPr/>
            </a:lvl3pPr>
            <a:lvl4pPr marL="1828800" lvl="3" indent="-285750" algn="l">
              <a:lnSpc>
                <a:spcPct val="115000"/>
              </a:lnSpc>
              <a:spcBef>
                <a:spcPts val="0"/>
              </a:spcBef>
              <a:spcAft>
                <a:spcPts val="0"/>
              </a:spcAft>
              <a:buClr>
                <a:schemeClr val="lt2"/>
              </a:buClr>
              <a:buSzPts val="900"/>
              <a:buFont typeface="Montserrat"/>
              <a:buChar char="●"/>
              <a:defRPr/>
            </a:lvl4pPr>
            <a:lvl5pPr marL="2286000" lvl="4" indent="-285750" algn="l">
              <a:lnSpc>
                <a:spcPct val="115000"/>
              </a:lnSpc>
              <a:spcBef>
                <a:spcPts val="0"/>
              </a:spcBef>
              <a:spcAft>
                <a:spcPts val="0"/>
              </a:spcAft>
              <a:buClr>
                <a:schemeClr val="lt2"/>
              </a:buClr>
              <a:buSzPts val="900"/>
              <a:buFont typeface="Montserrat"/>
              <a:buChar char="○"/>
              <a:defRPr/>
            </a:lvl5pPr>
            <a:lvl6pPr marL="2743200" lvl="5" indent="-285750" algn="l">
              <a:lnSpc>
                <a:spcPct val="115000"/>
              </a:lnSpc>
              <a:spcBef>
                <a:spcPts val="0"/>
              </a:spcBef>
              <a:spcAft>
                <a:spcPts val="0"/>
              </a:spcAft>
              <a:buClr>
                <a:schemeClr val="lt2"/>
              </a:buClr>
              <a:buSzPts val="900"/>
              <a:buFont typeface="Montserrat"/>
              <a:buChar char="■"/>
              <a:defRPr/>
            </a:lvl6pPr>
            <a:lvl7pPr marL="3200400" lvl="6" indent="-285750" algn="l">
              <a:lnSpc>
                <a:spcPct val="115000"/>
              </a:lnSpc>
              <a:spcBef>
                <a:spcPts val="0"/>
              </a:spcBef>
              <a:spcAft>
                <a:spcPts val="0"/>
              </a:spcAft>
              <a:buClr>
                <a:schemeClr val="lt2"/>
              </a:buClr>
              <a:buSzPts val="900"/>
              <a:buFont typeface="Montserrat"/>
              <a:buChar char="●"/>
              <a:defRPr/>
            </a:lvl7pPr>
            <a:lvl8pPr marL="3657600" lvl="7" indent="-285750" algn="l">
              <a:lnSpc>
                <a:spcPct val="115000"/>
              </a:lnSpc>
              <a:spcBef>
                <a:spcPts val="0"/>
              </a:spcBef>
              <a:spcAft>
                <a:spcPts val="0"/>
              </a:spcAft>
              <a:buClr>
                <a:schemeClr val="lt2"/>
              </a:buClr>
              <a:buSzPts val="900"/>
              <a:buFont typeface="Montserrat"/>
              <a:buChar char="○"/>
              <a:defRPr/>
            </a:lvl8pPr>
            <a:lvl9pPr marL="4114800" lvl="8" indent="-285750" algn="l">
              <a:lnSpc>
                <a:spcPct val="115000"/>
              </a:lnSpc>
              <a:spcBef>
                <a:spcPts val="0"/>
              </a:spcBef>
              <a:spcAft>
                <a:spcPts val="0"/>
              </a:spcAft>
              <a:buClr>
                <a:schemeClr val="lt2"/>
              </a:buClr>
              <a:buSzPts val="900"/>
              <a:buFont typeface="Montserrat"/>
              <a:buChar char="■"/>
              <a:defRPr/>
            </a:lvl9pPr>
          </a:lstStyle>
          <a:p>
            <a:endParaRPr/>
          </a:p>
        </p:txBody>
      </p:sp>
      <p:sp>
        <p:nvSpPr>
          <p:cNvPr id="204" name="Google Shape;204;p28"/>
          <p:cNvSpPr txBox="1">
            <a:spLocks noGrp="1"/>
          </p:cNvSpPr>
          <p:nvPr>
            <p:ph type="title" idx="8"/>
          </p:nvPr>
        </p:nvSpPr>
        <p:spPr>
          <a:xfrm>
            <a:off x="566500" y="3242950"/>
            <a:ext cx="3639600" cy="1896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SzPts val="4800"/>
              <a:buNone/>
              <a:defRPr>
                <a:latin typeface="Montserrat"/>
                <a:ea typeface="Montserrat"/>
                <a:cs typeface="Montserrat"/>
                <a:sym typeface="Montserrat"/>
              </a:defRPr>
            </a:lvl1pPr>
            <a:lvl2pPr lvl="1" algn="l">
              <a:lnSpc>
                <a:spcPct val="115000"/>
              </a:lnSpc>
              <a:spcBef>
                <a:spcPts val="0"/>
              </a:spcBef>
              <a:spcAft>
                <a:spcPts val="0"/>
              </a:spcAft>
              <a:buSzPts val="4800"/>
              <a:buNone/>
              <a:defRPr>
                <a:latin typeface="Montserrat"/>
                <a:ea typeface="Montserrat"/>
                <a:cs typeface="Montserrat"/>
                <a:sym typeface="Montserrat"/>
              </a:defRPr>
            </a:lvl2pPr>
            <a:lvl3pPr lvl="2" algn="l">
              <a:lnSpc>
                <a:spcPct val="115000"/>
              </a:lnSpc>
              <a:spcBef>
                <a:spcPts val="0"/>
              </a:spcBef>
              <a:spcAft>
                <a:spcPts val="0"/>
              </a:spcAft>
              <a:buSzPts val="4800"/>
              <a:buNone/>
              <a:defRPr>
                <a:latin typeface="Montserrat"/>
                <a:ea typeface="Montserrat"/>
                <a:cs typeface="Montserrat"/>
                <a:sym typeface="Montserrat"/>
              </a:defRPr>
            </a:lvl3pPr>
            <a:lvl4pPr lvl="3" algn="l">
              <a:lnSpc>
                <a:spcPct val="115000"/>
              </a:lnSpc>
              <a:spcBef>
                <a:spcPts val="0"/>
              </a:spcBef>
              <a:spcAft>
                <a:spcPts val="0"/>
              </a:spcAft>
              <a:buSzPts val="4800"/>
              <a:buNone/>
              <a:defRPr>
                <a:latin typeface="Montserrat"/>
                <a:ea typeface="Montserrat"/>
                <a:cs typeface="Montserrat"/>
                <a:sym typeface="Montserrat"/>
              </a:defRPr>
            </a:lvl4pPr>
            <a:lvl5pPr lvl="4" algn="l">
              <a:lnSpc>
                <a:spcPct val="115000"/>
              </a:lnSpc>
              <a:spcBef>
                <a:spcPts val="0"/>
              </a:spcBef>
              <a:spcAft>
                <a:spcPts val="0"/>
              </a:spcAft>
              <a:buSzPts val="4800"/>
              <a:buNone/>
              <a:defRPr>
                <a:latin typeface="Montserrat"/>
                <a:ea typeface="Montserrat"/>
                <a:cs typeface="Montserrat"/>
                <a:sym typeface="Montserrat"/>
              </a:defRPr>
            </a:lvl5pPr>
            <a:lvl6pPr lvl="5" algn="l">
              <a:lnSpc>
                <a:spcPct val="115000"/>
              </a:lnSpc>
              <a:spcBef>
                <a:spcPts val="0"/>
              </a:spcBef>
              <a:spcAft>
                <a:spcPts val="0"/>
              </a:spcAft>
              <a:buSzPts val="4800"/>
              <a:buNone/>
              <a:defRPr>
                <a:latin typeface="Montserrat"/>
                <a:ea typeface="Montserrat"/>
                <a:cs typeface="Montserrat"/>
                <a:sym typeface="Montserrat"/>
              </a:defRPr>
            </a:lvl6pPr>
            <a:lvl7pPr lvl="6" algn="l">
              <a:lnSpc>
                <a:spcPct val="115000"/>
              </a:lnSpc>
              <a:spcBef>
                <a:spcPts val="0"/>
              </a:spcBef>
              <a:spcAft>
                <a:spcPts val="0"/>
              </a:spcAft>
              <a:buSzPts val="4800"/>
              <a:buNone/>
              <a:defRPr>
                <a:latin typeface="Montserrat"/>
                <a:ea typeface="Montserrat"/>
                <a:cs typeface="Montserrat"/>
                <a:sym typeface="Montserrat"/>
              </a:defRPr>
            </a:lvl7pPr>
            <a:lvl8pPr lvl="7" algn="l">
              <a:lnSpc>
                <a:spcPct val="115000"/>
              </a:lnSpc>
              <a:spcBef>
                <a:spcPts val="0"/>
              </a:spcBef>
              <a:spcAft>
                <a:spcPts val="0"/>
              </a:spcAft>
              <a:buSzPts val="4800"/>
              <a:buNone/>
              <a:defRPr>
                <a:latin typeface="Montserrat"/>
                <a:ea typeface="Montserrat"/>
                <a:cs typeface="Montserrat"/>
                <a:sym typeface="Montserrat"/>
              </a:defRPr>
            </a:lvl8pPr>
            <a:lvl9pPr lvl="8" algn="l">
              <a:lnSpc>
                <a:spcPct val="115000"/>
              </a:lnSpc>
              <a:spcBef>
                <a:spcPts val="0"/>
              </a:spcBef>
              <a:spcAft>
                <a:spcPts val="0"/>
              </a:spcAft>
              <a:buSzPts val="4800"/>
              <a:buNone/>
              <a:defRPr>
                <a:latin typeface="Montserrat"/>
                <a:ea typeface="Montserrat"/>
                <a:cs typeface="Montserrat"/>
                <a:sym typeface="Montserrat"/>
              </a:defRPr>
            </a:lvl9pPr>
          </a:lstStyle>
          <a:p>
            <a:endParaRPr/>
          </a:p>
        </p:txBody>
      </p:sp>
      <p:sp>
        <p:nvSpPr>
          <p:cNvPr id="205" name="Google Shape;205;p28"/>
          <p:cNvSpPr txBox="1">
            <a:spLocks noGrp="1"/>
          </p:cNvSpPr>
          <p:nvPr>
            <p:ph type="subTitle" idx="9"/>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storyboards">
  <p:cSld name="BLANK_1_1_1_1_1_1_1_1_1_1_1_1_1_1_1_1_1_1_1_2">
    <p:spTree>
      <p:nvGrpSpPr>
        <p:cNvPr id="1" name="Shape 206"/>
        <p:cNvGrpSpPr/>
        <p:nvPr/>
      </p:nvGrpSpPr>
      <p:grpSpPr>
        <a:xfrm>
          <a:off x="0" y="0"/>
          <a:ext cx="0" cy="0"/>
          <a:chOff x="0" y="0"/>
          <a:chExt cx="0" cy="0"/>
        </a:xfrm>
      </p:grpSpPr>
      <p:sp>
        <p:nvSpPr>
          <p:cNvPr id="207" name="Google Shape;207;p29"/>
          <p:cNvSpPr>
            <a:spLocks noGrp="1"/>
          </p:cNvSpPr>
          <p:nvPr>
            <p:ph type="pic" idx="2"/>
          </p:nvPr>
        </p:nvSpPr>
        <p:spPr>
          <a:xfrm>
            <a:off x="2725025" y="1596075"/>
            <a:ext cx="1498500" cy="1498500"/>
          </a:xfrm>
          <a:prstGeom prst="rect">
            <a:avLst/>
          </a:prstGeom>
          <a:noFill/>
          <a:ln>
            <a:noFill/>
          </a:ln>
        </p:spPr>
      </p:sp>
      <p:sp>
        <p:nvSpPr>
          <p:cNvPr id="208" name="Google Shape;208;p29"/>
          <p:cNvSpPr>
            <a:spLocks noGrp="1"/>
          </p:cNvSpPr>
          <p:nvPr>
            <p:ph type="pic" idx="3"/>
          </p:nvPr>
        </p:nvSpPr>
        <p:spPr>
          <a:xfrm>
            <a:off x="7115925" y="1596075"/>
            <a:ext cx="1498500" cy="1498500"/>
          </a:xfrm>
          <a:prstGeom prst="rect">
            <a:avLst/>
          </a:prstGeom>
          <a:noFill/>
          <a:ln>
            <a:noFill/>
          </a:ln>
        </p:spPr>
      </p:sp>
      <p:sp>
        <p:nvSpPr>
          <p:cNvPr id="209" name="Google Shape;209;p29"/>
          <p:cNvSpPr>
            <a:spLocks noGrp="1"/>
          </p:cNvSpPr>
          <p:nvPr>
            <p:ph type="pic" idx="4"/>
          </p:nvPr>
        </p:nvSpPr>
        <p:spPr>
          <a:xfrm>
            <a:off x="4920475" y="1596075"/>
            <a:ext cx="1498500" cy="1498500"/>
          </a:xfrm>
          <a:prstGeom prst="ellipse">
            <a:avLst/>
          </a:prstGeom>
          <a:noFill/>
          <a:ln>
            <a:noFill/>
          </a:ln>
        </p:spPr>
      </p:sp>
      <p:sp>
        <p:nvSpPr>
          <p:cNvPr id="210" name="Google Shape;210;p29"/>
          <p:cNvSpPr>
            <a:spLocks noGrp="1"/>
          </p:cNvSpPr>
          <p:nvPr>
            <p:ph type="pic" idx="5"/>
          </p:nvPr>
        </p:nvSpPr>
        <p:spPr>
          <a:xfrm>
            <a:off x="529575" y="1596075"/>
            <a:ext cx="1498500" cy="1498500"/>
          </a:xfrm>
          <a:prstGeom prst="ellipse">
            <a:avLst/>
          </a:prstGeom>
          <a:noFill/>
          <a:ln>
            <a:noFill/>
          </a:ln>
        </p:spPr>
      </p:sp>
      <p:sp>
        <p:nvSpPr>
          <p:cNvPr id="211" name="Google Shape;211;p29"/>
          <p:cNvSpPr txBox="1">
            <a:spLocks noGrp="1"/>
          </p:cNvSpPr>
          <p:nvPr>
            <p:ph type="title"/>
          </p:nvPr>
        </p:nvSpPr>
        <p:spPr>
          <a:xfrm>
            <a:off x="529575" y="3352550"/>
            <a:ext cx="1498500" cy="189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12" name="Google Shape;212;p29"/>
          <p:cNvSpPr txBox="1">
            <a:spLocks noGrp="1"/>
          </p:cNvSpPr>
          <p:nvPr>
            <p:ph type="title" idx="6"/>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213" name="Google Shape;213;p29"/>
          <p:cNvSpPr txBox="1">
            <a:spLocks noGrp="1"/>
          </p:cNvSpPr>
          <p:nvPr>
            <p:ph type="title" idx="7"/>
          </p:nvPr>
        </p:nvSpPr>
        <p:spPr>
          <a:xfrm>
            <a:off x="52957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14" name="Google Shape;214;p29"/>
          <p:cNvSpPr txBox="1">
            <a:spLocks noGrp="1"/>
          </p:cNvSpPr>
          <p:nvPr>
            <p:ph type="title" idx="8"/>
          </p:nvPr>
        </p:nvSpPr>
        <p:spPr>
          <a:xfrm>
            <a:off x="2725025" y="3352550"/>
            <a:ext cx="1498500" cy="189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15" name="Google Shape;215;p29"/>
          <p:cNvSpPr txBox="1">
            <a:spLocks noGrp="1"/>
          </p:cNvSpPr>
          <p:nvPr>
            <p:ph type="title" idx="9"/>
          </p:nvPr>
        </p:nvSpPr>
        <p:spPr>
          <a:xfrm>
            <a:off x="272502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16" name="Google Shape;216;p29"/>
          <p:cNvSpPr txBox="1">
            <a:spLocks noGrp="1"/>
          </p:cNvSpPr>
          <p:nvPr>
            <p:ph type="title" idx="13"/>
          </p:nvPr>
        </p:nvSpPr>
        <p:spPr>
          <a:xfrm>
            <a:off x="4920475" y="3352550"/>
            <a:ext cx="1498500" cy="189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17" name="Google Shape;217;p29"/>
          <p:cNvSpPr txBox="1">
            <a:spLocks noGrp="1"/>
          </p:cNvSpPr>
          <p:nvPr>
            <p:ph type="title" idx="14"/>
          </p:nvPr>
        </p:nvSpPr>
        <p:spPr>
          <a:xfrm>
            <a:off x="492047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18" name="Google Shape;218;p29"/>
          <p:cNvSpPr txBox="1">
            <a:spLocks noGrp="1"/>
          </p:cNvSpPr>
          <p:nvPr>
            <p:ph type="title" idx="15"/>
          </p:nvPr>
        </p:nvSpPr>
        <p:spPr>
          <a:xfrm>
            <a:off x="7115925" y="3352550"/>
            <a:ext cx="1498500" cy="189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19" name="Google Shape;219;p29"/>
          <p:cNvSpPr txBox="1">
            <a:spLocks noGrp="1"/>
          </p:cNvSpPr>
          <p:nvPr>
            <p:ph type="title" idx="16"/>
          </p:nvPr>
        </p:nvSpPr>
        <p:spPr>
          <a:xfrm>
            <a:off x="711592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20" name="Google Shape;220;p29"/>
          <p:cNvSpPr txBox="1">
            <a:spLocks noGrp="1"/>
          </p:cNvSpPr>
          <p:nvPr>
            <p:ph type="subTitle" idx="1"/>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storyboards - Alt 1">
  <p:cSld name="BLANK_1_1_1_1_1_1_1_1_1_1_1_1_1_1_1_1_1_1_1_2_1">
    <p:spTree>
      <p:nvGrpSpPr>
        <p:cNvPr id="1" name="Shape 221"/>
        <p:cNvGrpSpPr/>
        <p:nvPr/>
      </p:nvGrpSpPr>
      <p:grpSpPr>
        <a:xfrm>
          <a:off x="0" y="0"/>
          <a:ext cx="0" cy="0"/>
          <a:chOff x="0" y="0"/>
          <a:chExt cx="0" cy="0"/>
        </a:xfrm>
      </p:grpSpPr>
      <p:sp>
        <p:nvSpPr>
          <p:cNvPr id="222" name="Google Shape;222;p30"/>
          <p:cNvSpPr>
            <a:spLocks noGrp="1"/>
          </p:cNvSpPr>
          <p:nvPr>
            <p:ph type="pic" idx="2"/>
          </p:nvPr>
        </p:nvSpPr>
        <p:spPr>
          <a:xfrm>
            <a:off x="2725025" y="1596075"/>
            <a:ext cx="1498500" cy="1498500"/>
          </a:xfrm>
          <a:prstGeom prst="rect">
            <a:avLst/>
          </a:prstGeom>
          <a:noFill/>
          <a:ln>
            <a:noFill/>
          </a:ln>
        </p:spPr>
      </p:sp>
      <p:sp>
        <p:nvSpPr>
          <p:cNvPr id="223" name="Google Shape;223;p30"/>
          <p:cNvSpPr>
            <a:spLocks noGrp="1"/>
          </p:cNvSpPr>
          <p:nvPr>
            <p:ph type="pic" idx="3"/>
          </p:nvPr>
        </p:nvSpPr>
        <p:spPr>
          <a:xfrm>
            <a:off x="7115925" y="1596075"/>
            <a:ext cx="1498500" cy="1498500"/>
          </a:xfrm>
          <a:prstGeom prst="rect">
            <a:avLst/>
          </a:prstGeom>
          <a:noFill/>
          <a:ln>
            <a:noFill/>
          </a:ln>
        </p:spPr>
      </p:sp>
      <p:sp>
        <p:nvSpPr>
          <p:cNvPr id="224" name="Google Shape;224;p30"/>
          <p:cNvSpPr>
            <a:spLocks noGrp="1"/>
          </p:cNvSpPr>
          <p:nvPr>
            <p:ph type="pic" idx="4"/>
          </p:nvPr>
        </p:nvSpPr>
        <p:spPr>
          <a:xfrm>
            <a:off x="4920475" y="1596075"/>
            <a:ext cx="1498500" cy="1498500"/>
          </a:xfrm>
          <a:prstGeom prst="ellipse">
            <a:avLst/>
          </a:prstGeom>
          <a:noFill/>
          <a:ln>
            <a:noFill/>
          </a:ln>
        </p:spPr>
      </p:sp>
      <p:sp>
        <p:nvSpPr>
          <p:cNvPr id="225" name="Google Shape;225;p30"/>
          <p:cNvSpPr>
            <a:spLocks noGrp="1"/>
          </p:cNvSpPr>
          <p:nvPr>
            <p:ph type="pic" idx="5"/>
          </p:nvPr>
        </p:nvSpPr>
        <p:spPr>
          <a:xfrm>
            <a:off x="529575" y="1596075"/>
            <a:ext cx="1498500" cy="1498500"/>
          </a:xfrm>
          <a:prstGeom prst="ellipse">
            <a:avLst/>
          </a:prstGeom>
          <a:noFill/>
          <a:ln>
            <a:noFill/>
          </a:ln>
        </p:spPr>
      </p:sp>
      <p:sp>
        <p:nvSpPr>
          <p:cNvPr id="226" name="Google Shape;226;p30"/>
          <p:cNvSpPr txBox="1">
            <a:spLocks noGrp="1"/>
          </p:cNvSpPr>
          <p:nvPr>
            <p:ph type="title"/>
          </p:nvPr>
        </p:nvSpPr>
        <p:spPr>
          <a:xfrm>
            <a:off x="529575" y="3352550"/>
            <a:ext cx="1498500" cy="189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27" name="Google Shape;227;p30"/>
          <p:cNvSpPr txBox="1">
            <a:spLocks noGrp="1"/>
          </p:cNvSpPr>
          <p:nvPr>
            <p:ph type="title" idx="6"/>
          </p:nvPr>
        </p:nvSpPr>
        <p:spPr>
          <a:xfrm>
            <a:off x="256025" y="213150"/>
            <a:ext cx="5750100" cy="5118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SzPts val="4800"/>
              <a:buNone/>
              <a:defRPr sz="3000"/>
            </a:lvl1pPr>
            <a:lvl2pPr lvl="1" algn="l">
              <a:lnSpc>
                <a:spcPct val="115000"/>
              </a:lnSpc>
              <a:spcBef>
                <a:spcPts val="0"/>
              </a:spcBef>
              <a:spcAft>
                <a:spcPts val="0"/>
              </a:spcAft>
              <a:buSzPts val="4800"/>
              <a:buNone/>
              <a:defRPr sz="3000"/>
            </a:lvl2pPr>
            <a:lvl3pPr lvl="2" algn="l">
              <a:lnSpc>
                <a:spcPct val="115000"/>
              </a:lnSpc>
              <a:spcBef>
                <a:spcPts val="0"/>
              </a:spcBef>
              <a:spcAft>
                <a:spcPts val="0"/>
              </a:spcAft>
              <a:buSzPts val="4800"/>
              <a:buNone/>
              <a:defRPr sz="3000"/>
            </a:lvl3pPr>
            <a:lvl4pPr lvl="3" algn="l">
              <a:lnSpc>
                <a:spcPct val="115000"/>
              </a:lnSpc>
              <a:spcBef>
                <a:spcPts val="0"/>
              </a:spcBef>
              <a:spcAft>
                <a:spcPts val="0"/>
              </a:spcAft>
              <a:buSzPts val="4800"/>
              <a:buNone/>
              <a:defRPr sz="3000"/>
            </a:lvl4pPr>
            <a:lvl5pPr lvl="4" algn="l">
              <a:lnSpc>
                <a:spcPct val="115000"/>
              </a:lnSpc>
              <a:spcBef>
                <a:spcPts val="0"/>
              </a:spcBef>
              <a:spcAft>
                <a:spcPts val="0"/>
              </a:spcAft>
              <a:buSzPts val="4800"/>
              <a:buNone/>
              <a:defRPr sz="3000"/>
            </a:lvl5pPr>
            <a:lvl6pPr lvl="5" algn="l">
              <a:lnSpc>
                <a:spcPct val="115000"/>
              </a:lnSpc>
              <a:spcBef>
                <a:spcPts val="0"/>
              </a:spcBef>
              <a:spcAft>
                <a:spcPts val="0"/>
              </a:spcAft>
              <a:buSzPts val="4800"/>
              <a:buNone/>
              <a:defRPr sz="3000"/>
            </a:lvl6pPr>
            <a:lvl7pPr lvl="6" algn="l">
              <a:lnSpc>
                <a:spcPct val="115000"/>
              </a:lnSpc>
              <a:spcBef>
                <a:spcPts val="0"/>
              </a:spcBef>
              <a:spcAft>
                <a:spcPts val="0"/>
              </a:spcAft>
              <a:buSzPts val="4800"/>
              <a:buNone/>
              <a:defRPr sz="3000"/>
            </a:lvl7pPr>
            <a:lvl8pPr lvl="7" algn="l">
              <a:lnSpc>
                <a:spcPct val="115000"/>
              </a:lnSpc>
              <a:spcBef>
                <a:spcPts val="0"/>
              </a:spcBef>
              <a:spcAft>
                <a:spcPts val="0"/>
              </a:spcAft>
              <a:buSzPts val="4800"/>
              <a:buNone/>
              <a:defRPr sz="3000"/>
            </a:lvl8pPr>
            <a:lvl9pPr lvl="8" algn="l">
              <a:lnSpc>
                <a:spcPct val="115000"/>
              </a:lnSpc>
              <a:spcBef>
                <a:spcPts val="0"/>
              </a:spcBef>
              <a:spcAft>
                <a:spcPts val="0"/>
              </a:spcAft>
              <a:buSzPts val="4800"/>
              <a:buNone/>
              <a:defRPr sz="3000"/>
            </a:lvl9pPr>
          </a:lstStyle>
          <a:p>
            <a:endParaRPr/>
          </a:p>
        </p:txBody>
      </p:sp>
      <p:sp>
        <p:nvSpPr>
          <p:cNvPr id="228" name="Google Shape;228;p30"/>
          <p:cNvSpPr txBox="1">
            <a:spLocks noGrp="1"/>
          </p:cNvSpPr>
          <p:nvPr>
            <p:ph type="title" idx="7"/>
          </p:nvPr>
        </p:nvSpPr>
        <p:spPr>
          <a:xfrm>
            <a:off x="52957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29" name="Google Shape;229;p30"/>
          <p:cNvSpPr txBox="1">
            <a:spLocks noGrp="1"/>
          </p:cNvSpPr>
          <p:nvPr>
            <p:ph type="title" idx="8"/>
          </p:nvPr>
        </p:nvSpPr>
        <p:spPr>
          <a:xfrm>
            <a:off x="2725025" y="3352550"/>
            <a:ext cx="1498500" cy="189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30" name="Google Shape;230;p30"/>
          <p:cNvSpPr txBox="1">
            <a:spLocks noGrp="1"/>
          </p:cNvSpPr>
          <p:nvPr>
            <p:ph type="title" idx="9"/>
          </p:nvPr>
        </p:nvSpPr>
        <p:spPr>
          <a:xfrm>
            <a:off x="272502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31" name="Google Shape;231;p30"/>
          <p:cNvSpPr txBox="1">
            <a:spLocks noGrp="1"/>
          </p:cNvSpPr>
          <p:nvPr>
            <p:ph type="title" idx="13"/>
          </p:nvPr>
        </p:nvSpPr>
        <p:spPr>
          <a:xfrm>
            <a:off x="4920475" y="3352550"/>
            <a:ext cx="1498500" cy="189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32" name="Google Shape;232;p30"/>
          <p:cNvSpPr txBox="1">
            <a:spLocks noGrp="1"/>
          </p:cNvSpPr>
          <p:nvPr>
            <p:ph type="title" idx="14"/>
          </p:nvPr>
        </p:nvSpPr>
        <p:spPr>
          <a:xfrm>
            <a:off x="492047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33" name="Google Shape;233;p30"/>
          <p:cNvSpPr txBox="1">
            <a:spLocks noGrp="1"/>
          </p:cNvSpPr>
          <p:nvPr>
            <p:ph type="title" idx="15"/>
          </p:nvPr>
        </p:nvSpPr>
        <p:spPr>
          <a:xfrm>
            <a:off x="7115925" y="3352550"/>
            <a:ext cx="1498500" cy="189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SzPts val="4800"/>
              <a:buNone/>
              <a:defRPr sz="1200">
                <a:latin typeface="Montserrat"/>
                <a:ea typeface="Montserrat"/>
                <a:cs typeface="Montserrat"/>
                <a:sym typeface="Montserrat"/>
              </a:defRPr>
            </a:lvl1pPr>
            <a:lvl2pPr lvl="1" algn="ctr">
              <a:lnSpc>
                <a:spcPct val="100000"/>
              </a:lnSpc>
              <a:spcBef>
                <a:spcPts val="0"/>
              </a:spcBef>
              <a:spcAft>
                <a:spcPts val="0"/>
              </a:spcAft>
              <a:buSzPts val="4800"/>
              <a:buNone/>
              <a:defRPr sz="1200">
                <a:latin typeface="Montserrat"/>
                <a:ea typeface="Montserrat"/>
                <a:cs typeface="Montserrat"/>
                <a:sym typeface="Montserrat"/>
              </a:defRPr>
            </a:lvl2pPr>
            <a:lvl3pPr lvl="2" algn="ctr">
              <a:lnSpc>
                <a:spcPct val="100000"/>
              </a:lnSpc>
              <a:spcBef>
                <a:spcPts val="0"/>
              </a:spcBef>
              <a:spcAft>
                <a:spcPts val="0"/>
              </a:spcAft>
              <a:buSzPts val="4800"/>
              <a:buNone/>
              <a:defRPr sz="1200">
                <a:latin typeface="Montserrat"/>
                <a:ea typeface="Montserrat"/>
                <a:cs typeface="Montserrat"/>
                <a:sym typeface="Montserrat"/>
              </a:defRPr>
            </a:lvl3pPr>
            <a:lvl4pPr lvl="3" algn="ctr">
              <a:lnSpc>
                <a:spcPct val="100000"/>
              </a:lnSpc>
              <a:spcBef>
                <a:spcPts val="0"/>
              </a:spcBef>
              <a:spcAft>
                <a:spcPts val="0"/>
              </a:spcAft>
              <a:buSzPts val="4800"/>
              <a:buNone/>
              <a:defRPr sz="1200">
                <a:latin typeface="Montserrat"/>
                <a:ea typeface="Montserrat"/>
                <a:cs typeface="Montserrat"/>
                <a:sym typeface="Montserrat"/>
              </a:defRPr>
            </a:lvl4pPr>
            <a:lvl5pPr lvl="4" algn="ctr">
              <a:lnSpc>
                <a:spcPct val="100000"/>
              </a:lnSpc>
              <a:spcBef>
                <a:spcPts val="0"/>
              </a:spcBef>
              <a:spcAft>
                <a:spcPts val="0"/>
              </a:spcAft>
              <a:buSzPts val="4800"/>
              <a:buNone/>
              <a:defRPr sz="1200">
                <a:latin typeface="Montserrat"/>
                <a:ea typeface="Montserrat"/>
                <a:cs typeface="Montserrat"/>
                <a:sym typeface="Montserrat"/>
              </a:defRPr>
            </a:lvl5pPr>
            <a:lvl6pPr lvl="5" algn="ctr">
              <a:lnSpc>
                <a:spcPct val="100000"/>
              </a:lnSpc>
              <a:spcBef>
                <a:spcPts val="0"/>
              </a:spcBef>
              <a:spcAft>
                <a:spcPts val="0"/>
              </a:spcAft>
              <a:buSzPts val="4800"/>
              <a:buNone/>
              <a:defRPr sz="1200">
                <a:latin typeface="Montserrat"/>
                <a:ea typeface="Montserrat"/>
                <a:cs typeface="Montserrat"/>
                <a:sym typeface="Montserrat"/>
              </a:defRPr>
            </a:lvl6pPr>
            <a:lvl7pPr lvl="6" algn="ctr">
              <a:lnSpc>
                <a:spcPct val="100000"/>
              </a:lnSpc>
              <a:spcBef>
                <a:spcPts val="0"/>
              </a:spcBef>
              <a:spcAft>
                <a:spcPts val="0"/>
              </a:spcAft>
              <a:buSzPts val="4800"/>
              <a:buNone/>
              <a:defRPr sz="1200">
                <a:latin typeface="Montserrat"/>
                <a:ea typeface="Montserrat"/>
                <a:cs typeface="Montserrat"/>
                <a:sym typeface="Montserrat"/>
              </a:defRPr>
            </a:lvl7pPr>
            <a:lvl8pPr lvl="7" algn="ctr">
              <a:lnSpc>
                <a:spcPct val="100000"/>
              </a:lnSpc>
              <a:spcBef>
                <a:spcPts val="0"/>
              </a:spcBef>
              <a:spcAft>
                <a:spcPts val="0"/>
              </a:spcAft>
              <a:buSzPts val="4800"/>
              <a:buNone/>
              <a:defRPr sz="1200">
                <a:latin typeface="Montserrat"/>
                <a:ea typeface="Montserrat"/>
                <a:cs typeface="Montserrat"/>
                <a:sym typeface="Montserrat"/>
              </a:defRPr>
            </a:lvl8pPr>
            <a:lvl9pPr lvl="8" algn="ctr">
              <a:lnSpc>
                <a:spcPct val="100000"/>
              </a:lnSpc>
              <a:spcBef>
                <a:spcPts val="0"/>
              </a:spcBef>
              <a:spcAft>
                <a:spcPts val="0"/>
              </a:spcAft>
              <a:buSzPts val="4800"/>
              <a:buNone/>
              <a:defRPr sz="1200">
                <a:latin typeface="Montserrat"/>
                <a:ea typeface="Montserrat"/>
                <a:cs typeface="Montserrat"/>
                <a:sym typeface="Montserrat"/>
              </a:defRPr>
            </a:lvl9pPr>
          </a:lstStyle>
          <a:p>
            <a:endParaRPr/>
          </a:p>
        </p:txBody>
      </p:sp>
      <p:sp>
        <p:nvSpPr>
          <p:cNvPr id="234" name="Google Shape;234;p30"/>
          <p:cNvSpPr txBox="1">
            <a:spLocks noGrp="1"/>
          </p:cNvSpPr>
          <p:nvPr>
            <p:ph type="title" idx="16"/>
          </p:nvPr>
        </p:nvSpPr>
        <p:spPr>
          <a:xfrm>
            <a:off x="7115925" y="3582694"/>
            <a:ext cx="1498500" cy="1896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4800"/>
              <a:buNone/>
              <a:defRPr sz="1000">
                <a:solidFill>
                  <a:schemeClr val="lt2"/>
                </a:solidFill>
              </a:defRPr>
            </a:lvl1pPr>
            <a:lvl2pPr lvl="1" algn="l">
              <a:lnSpc>
                <a:spcPct val="115000"/>
              </a:lnSpc>
              <a:spcBef>
                <a:spcPts val="0"/>
              </a:spcBef>
              <a:spcAft>
                <a:spcPts val="0"/>
              </a:spcAft>
              <a:buSzPts val="4800"/>
              <a:buNone/>
              <a:defRPr sz="1000"/>
            </a:lvl2pPr>
            <a:lvl3pPr lvl="2" algn="l">
              <a:lnSpc>
                <a:spcPct val="115000"/>
              </a:lnSpc>
              <a:spcBef>
                <a:spcPts val="0"/>
              </a:spcBef>
              <a:spcAft>
                <a:spcPts val="0"/>
              </a:spcAft>
              <a:buSzPts val="4800"/>
              <a:buNone/>
              <a:defRPr sz="1000"/>
            </a:lvl3pPr>
            <a:lvl4pPr lvl="3" algn="l">
              <a:lnSpc>
                <a:spcPct val="115000"/>
              </a:lnSpc>
              <a:spcBef>
                <a:spcPts val="0"/>
              </a:spcBef>
              <a:spcAft>
                <a:spcPts val="0"/>
              </a:spcAft>
              <a:buSzPts val="4800"/>
              <a:buNone/>
              <a:defRPr sz="1000"/>
            </a:lvl4pPr>
            <a:lvl5pPr lvl="4" algn="l">
              <a:lnSpc>
                <a:spcPct val="115000"/>
              </a:lnSpc>
              <a:spcBef>
                <a:spcPts val="0"/>
              </a:spcBef>
              <a:spcAft>
                <a:spcPts val="0"/>
              </a:spcAft>
              <a:buSzPts val="4800"/>
              <a:buNone/>
              <a:defRPr sz="1000"/>
            </a:lvl5pPr>
            <a:lvl6pPr lvl="5" algn="l">
              <a:lnSpc>
                <a:spcPct val="115000"/>
              </a:lnSpc>
              <a:spcBef>
                <a:spcPts val="0"/>
              </a:spcBef>
              <a:spcAft>
                <a:spcPts val="0"/>
              </a:spcAft>
              <a:buSzPts val="4800"/>
              <a:buNone/>
              <a:defRPr sz="1000"/>
            </a:lvl6pPr>
            <a:lvl7pPr lvl="6" algn="l">
              <a:lnSpc>
                <a:spcPct val="115000"/>
              </a:lnSpc>
              <a:spcBef>
                <a:spcPts val="0"/>
              </a:spcBef>
              <a:spcAft>
                <a:spcPts val="0"/>
              </a:spcAft>
              <a:buSzPts val="4800"/>
              <a:buNone/>
              <a:defRPr sz="1000"/>
            </a:lvl7pPr>
            <a:lvl8pPr lvl="7" algn="l">
              <a:lnSpc>
                <a:spcPct val="115000"/>
              </a:lnSpc>
              <a:spcBef>
                <a:spcPts val="0"/>
              </a:spcBef>
              <a:spcAft>
                <a:spcPts val="0"/>
              </a:spcAft>
              <a:buSzPts val="4800"/>
              <a:buNone/>
              <a:defRPr sz="1000"/>
            </a:lvl8pPr>
            <a:lvl9pPr lvl="8" algn="l">
              <a:lnSpc>
                <a:spcPct val="115000"/>
              </a:lnSpc>
              <a:spcBef>
                <a:spcPts val="0"/>
              </a:spcBef>
              <a:spcAft>
                <a:spcPts val="0"/>
              </a:spcAft>
              <a:buSzPts val="4800"/>
              <a:buNone/>
              <a:defRPr sz="1000"/>
            </a:lvl9pPr>
          </a:lstStyle>
          <a:p>
            <a:endParaRPr/>
          </a:p>
        </p:txBody>
      </p:sp>
      <p:sp>
        <p:nvSpPr>
          <p:cNvPr id="235" name="Google Shape;235;p30"/>
          <p:cNvSpPr txBox="1">
            <a:spLocks noGrp="1"/>
          </p:cNvSpPr>
          <p:nvPr>
            <p:ph type="body" idx="1"/>
          </p:nvPr>
        </p:nvSpPr>
        <p:spPr>
          <a:xfrm>
            <a:off x="2432125" y="3851275"/>
            <a:ext cx="2085000" cy="775800"/>
          </a:xfrm>
          <a:prstGeom prst="rect">
            <a:avLst/>
          </a:prstGeom>
          <a:noFill/>
          <a:ln>
            <a:noFill/>
          </a:ln>
        </p:spPr>
        <p:txBody>
          <a:bodyPr spcFirstLastPara="1" wrap="square" lIns="91425" tIns="0" rIns="91425" bIns="0" anchor="t" anchorCtr="0">
            <a:spAutoFit/>
          </a:bodyPr>
          <a:lstStyle>
            <a:lvl1pPr marL="457200" lvl="0" indent="-285750" algn="ctr">
              <a:lnSpc>
                <a:spcPct val="115000"/>
              </a:lnSpc>
              <a:spcBef>
                <a:spcPts val="0"/>
              </a:spcBef>
              <a:spcAft>
                <a:spcPts val="0"/>
              </a:spcAft>
              <a:buClr>
                <a:schemeClr val="lt2"/>
              </a:buClr>
              <a:buSzPts val="900"/>
              <a:buFont typeface="Montserrat"/>
              <a:buChar char="●"/>
              <a:defRPr/>
            </a:lvl1pPr>
            <a:lvl2pPr marL="914400" lvl="1" indent="-285750" algn="ctr">
              <a:lnSpc>
                <a:spcPct val="115000"/>
              </a:lnSpc>
              <a:spcBef>
                <a:spcPts val="0"/>
              </a:spcBef>
              <a:spcAft>
                <a:spcPts val="0"/>
              </a:spcAft>
              <a:buClr>
                <a:schemeClr val="lt2"/>
              </a:buClr>
              <a:buSzPts val="900"/>
              <a:buFont typeface="Montserrat"/>
              <a:buChar char="○"/>
              <a:defRPr/>
            </a:lvl2pPr>
            <a:lvl3pPr marL="1371600" lvl="2" indent="-285750" algn="ctr">
              <a:lnSpc>
                <a:spcPct val="115000"/>
              </a:lnSpc>
              <a:spcBef>
                <a:spcPts val="0"/>
              </a:spcBef>
              <a:spcAft>
                <a:spcPts val="0"/>
              </a:spcAft>
              <a:buClr>
                <a:schemeClr val="lt2"/>
              </a:buClr>
              <a:buSzPts val="900"/>
              <a:buFont typeface="Montserrat"/>
              <a:buChar char="■"/>
              <a:defRPr/>
            </a:lvl3pPr>
            <a:lvl4pPr marL="1828800" lvl="3" indent="-285750" algn="ctr">
              <a:lnSpc>
                <a:spcPct val="115000"/>
              </a:lnSpc>
              <a:spcBef>
                <a:spcPts val="0"/>
              </a:spcBef>
              <a:spcAft>
                <a:spcPts val="0"/>
              </a:spcAft>
              <a:buClr>
                <a:schemeClr val="lt2"/>
              </a:buClr>
              <a:buSzPts val="900"/>
              <a:buFont typeface="Montserrat"/>
              <a:buChar char="●"/>
              <a:defRPr/>
            </a:lvl4pPr>
            <a:lvl5pPr marL="2286000" lvl="4" indent="-285750" algn="ctr">
              <a:lnSpc>
                <a:spcPct val="115000"/>
              </a:lnSpc>
              <a:spcBef>
                <a:spcPts val="0"/>
              </a:spcBef>
              <a:spcAft>
                <a:spcPts val="0"/>
              </a:spcAft>
              <a:buClr>
                <a:schemeClr val="lt2"/>
              </a:buClr>
              <a:buSzPts val="900"/>
              <a:buFont typeface="Montserrat"/>
              <a:buChar char="○"/>
              <a:defRPr/>
            </a:lvl5pPr>
            <a:lvl6pPr marL="2743200" lvl="5" indent="-285750" algn="ctr">
              <a:lnSpc>
                <a:spcPct val="115000"/>
              </a:lnSpc>
              <a:spcBef>
                <a:spcPts val="0"/>
              </a:spcBef>
              <a:spcAft>
                <a:spcPts val="0"/>
              </a:spcAft>
              <a:buClr>
                <a:schemeClr val="lt2"/>
              </a:buClr>
              <a:buSzPts val="900"/>
              <a:buFont typeface="Montserrat"/>
              <a:buChar char="■"/>
              <a:defRPr/>
            </a:lvl6pPr>
            <a:lvl7pPr marL="3200400" lvl="6" indent="-285750" algn="ctr">
              <a:lnSpc>
                <a:spcPct val="115000"/>
              </a:lnSpc>
              <a:spcBef>
                <a:spcPts val="0"/>
              </a:spcBef>
              <a:spcAft>
                <a:spcPts val="0"/>
              </a:spcAft>
              <a:buClr>
                <a:schemeClr val="lt2"/>
              </a:buClr>
              <a:buSzPts val="900"/>
              <a:buFont typeface="Montserrat"/>
              <a:buChar char="●"/>
              <a:defRPr/>
            </a:lvl7pPr>
            <a:lvl8pPr marL="3657600" lvl="7" indent="-285750" algn="ctr">
              <a:lnSpc>
                <a:spcPct val="115000"/>
              </a:lnSpc>
              <a:spcBef>
                <a:spcPts val="0"/>
              </a:spcBef>
              <a:spcAft>
                <a:spcPts val="0"/>
              </a:spcAft>
              <a:buClr>
                <a:schemeClr val="lt2"/>
              </a:buClr>
              <a:buSzPts val="900"/>
              <a:buFont typeface="Montserrat"/>
              <a:buChar char="○"/>
              <a:defRPr/>
            </a:lvl8pPr>
            <a:lvl9pPr marL="4114800" lvl="8" indent="-285750" algn="ctr">
              <a:lnSpc>
                <a:spcPct val="115000"/>
              </a:lnSpc>
              <a:spcBef>
                <a:spcPts val="0"/>
              </a:spcBef>
              <a:spcAft>
                <a:spcPts val="0"/>
              </a:spcAft>
              <a:buClr>
                <a:schemeClr val="lt2"/>
              </a:buClr>
              <a:buSzPts val="900"/>
              <a:buFont typeface="Montserrat"/>
              <a:buChar char="■"/>
              <a:defRPr/>
            </a:lvl9pPr>
          </a:lstStyle>
          <a:p>
            <a:endParaRPr/>
          </a:p>
        </p:txBody>
      </p:sp>
      <p:sp>
        <p:nvSpPr>
          <p:cNvPr id="236" name="Google Shape;236;p30"/>
          <p:cNvSpPr txBox="1">
            <a:spLocks noGrp="1"/>
          </p:cNvSpPr>
          <p:nvPr>
            <p:ph type="body" idx="17"/>
          </p:nvPr>
        </p:nvSpPr>
        <p:spPr>
          <a:xfrm>
            <a:off x="256025" y="3851275"/>
            <a:ext cx="2066400" cy="775800"/>
          </a:xfrm>
          <a:prstGeom prst="rect">
            <a:avLst/>
          </a:prstGeom>
          <a:noFill/>
          <a:ln>
            <a:noFill/>
          </a:ln>
        </p:spPr>
        <p:txBody>
          <a:bodyPr spcFirstLastPara="1" wrap="square" lIns="91425" tIns="0" rIns="91425" bIns="0" anchor="t" anchorCtr="0">
            <a:spAutoFit/>
          </a:bodyPr>
          <a:lstStyle>
            <a:lvl1pPr marL="457200" lvl="0" indent="-285750" algn="ctr">
              <a:lnSpc>
                <a:spcPct val="115000"/>
              </a:lnSpc>
              <a:spcBef>
                <a:spcPts val="0"/>
              </a:spcBef>
              <a:spcAft>
                <a:spcPts val="0"/>
              </a:spcAft>
              <a:buClr>
                <a:schemeClr val="lt2"/>
              </a:buClr>
              <a:buSzPts val="900"/>
              <a:buFont typeface="Montserrat"/>
              <a:buChar char="●"/>
              <a:defRPr/>
            </a:lvl1pPr>
            <a:lvl2pPr marL="914400" lvl="1" indent="-285750" algn="ctr">
              <a:lnSpc>
                <a:spcPct val="115000"/>
              </a:lnSpc>
              <a:spcBef>
                <a:spcPts val="0"/>
              </a:spcBef>
              <a:spcAft>
                <a:spcPts val="0"/>
              </a:spcAft>
              <a:buClr>
                <a:schemeClr val="lt2"/>
              </a:buClr>
              <a:buSzPts val="900"/>
              <a:buFont typeface="Montserrat"/>
              <a:buChar char="○"/>
              <a:defRPr/>
            </a:lvl2pPr>
            <a:lvl3pPr marL="1371600" lvl="2" indent="-285750" algn="ctr">
              <a:lnSpc>
                <a:spcPct val="115000"/>
              </a:lnSpc>
              <a:spcBef>
                <a:spcPts val="0"/>
              </a:spcBef>
              <a:spcAft>
                <a:spcPts val="0"/>
              </a:spcAft>
              <a:buClr>
                <a:schemeClr val="lt2"/>
              </a:buClr>
              <a:buSzPts val="900"/>
              <a:buFont typeface="Montserrat"/>
              <a:buChar char="■"/>
              <a:defRPr/>
            </a:lvl3pPr>
            <a:lvl4pPr marL="1828800" lvl="3" indent="-285750" algn="ctr">
              <a:lnSpc>
                <a:spcPct val="115000"/>
              </a:lnSpc>
              <a:spcBef>
                <a:spcPts val="0"/>
              </a:spcBef>
              <a:spcAft>
                <a:spcPts val="0"/>
              </a:spcAft>
              <a:buClr>
                <a:schemeClr val="lt2"/>
              </a:buClr>
              <a:buSzPts val="900"/>
              <a:buFont typeface="Montserrat"/>
              <a:buChar char="●"/>
              <a:defRPr/>
            </a:lvl4pPr>
            <a:lvl5pPr marL="2286000" lvl="4" indent="-285750" algn="ctr">
              <a:lnSpc>
                <a:spcPct val="115000"/>
              </a:lnSpc>
              <a:spcBef>
                <a:spcPts val="0"/>
              </a:spcBef>
              <a:spcAft>
                <a:spcPts val="0"/>
              </a:spcAft>
              <a:buClr>
                <a:schemeClr val="lt2"/>
              </a:buClr>
              <a:buSzPts val="900"/>
              <a:buFont typeface="Montserrat"/>
              <a:buChar char="○"/>
              <a:defRPr/>
            </a:lvl5pPr>
            <a:lvl6pPr marL="2743200" lvl="5" indent="-285750" algn="ctr">
              <a:lnSpc>
                <a:spcPct val="115000"/>
              </a:lnSpc>
              <a:spcBef>
                <a:spcPts val="0"/>
              </a:spcBef>
              <a:spcAft>
                <a:spcPts val="0"/>
              </a:spcAft>
              <a:buClr>
                <a:schemeClr val="lt2"/>
              </a:buClr>
              <a:buSzPts val="900"/>
              <a:buFont typeface="Montserrat"/>
              <a:buChar char="■"/>
              <a:defRPr/>
            </a:lvl6pPr>
            <a:lvl7pPr marL="3200400" lvl="6" indent="-285750" algn="ctr">
              <a:lnSpc>
                <a:spcPct val="115000"/>
              </a:lnSpc>
              <a:spcBef>
                <a:spcPts val="0"/>
              </a:spcBef>
              <a:spcAft>
                <a:spcPts val="0"/>
              </a:spcAft>
              <a:buClr>
                <a:schemeClr val="lt2"/>
              </a:buClr>
              <a:buSzPts val="900"/>
              <a:buFont typeface="Montserrat"/>
              <a:buChar char="●"/>
              <a:defRPr/>
            </a:lvl7pPr>
            <a:lvl8pPr marL="3657600" lvl="7" indent="-285750" algn="ctr">
              <a:lnSpc>
                <a:spcPct val="115000"/>
              </a:lnSpc>
              <a:spcBef>
                <a:spcPts val="0"/>
              </a:spcBef>
              <a:spcAft>
                <a:spcPts val="0"/>
              </a:spcAft>
              <a:buClr>
                <a:schemeClr val="lt2"/>
              </a:buClr>
              <a:buSzPts val="900"/>
              <a:buFont typeface="Montserrat"/>
              <a:buChar char="○"/>
              <a:defRPr/>
            </a:lvl8pPr>
            <a:lvl9pPr marL="4114800" lvl="8" indent="-285750" algn="ctr">
              <a:lnSpc>
                <a:spcPct val="115000"/>
              </a:lnSpc>
              <a:spcBef>
                <a:spcPts val="0"/>
              </a:spcBef>
              <a:spcAft>
                <a:spcPts val="0"/>
              </a:spcAft>
              <a:buClr>
                <a:schemeClr val="lt2"/>
              </a:buClr>
              <a:buSzPts val="900"/>
              <a:buFont typeface="Montserrat"/>
              <a:buChar char="■"/>
              <a:defRPr/>
            </a:lvl9pPr>
          </a:lstStyle>
          <a:p>
            <a:endParaRPr/>
          </a:p>
        </p:txBody>
      </p:sp>
      <p:sp>
        <p:nvSpPr>
          <p:cNvPr id="237" name="Google Shape;237;p30"/>
          <p:cNvSpPr txBox="1">
            <a:spLocks noGrp="1"/>
          </p:cNvSpPr>
          <p:nvPr>
            <p:ph type="body" idx="18"/>
          </p:nvPr>
        </p:nvSpPr>
        <p:spPr>
          <a:xfrm>
            <a:off x="6821675" y="3851275"/>
            <a:ext cx="2066400" cy="775800"/>
          </a:xfrm>
          <a:prstGeom prst="rect">
            <a:avLst/>
          </a:prstGeom>
          <a:noFill/>
          <a:ln>
            <a:noFill/>
          </a:ln>
        </p:spPr>
        <p:txBody>
          <a:bodyPr spcFirstLastPara="1" wrap="square" lIns="91425" tIns="0" rIns="91425" bIns="0" anchor="t" anchorCtr="0">
            <a:spAutoFit/>
          </a:bodyPr>
          <a:lstStyle>
            <a:lvl1pPr marL="457200" lvl="0" indent="-285750" algn="ctr">
              <a:lnSpc>
                <a:spcPct val="115000"/>
              </a:lnSpc>
              <a:spcBef>
                <a:spcPts val="0"/>
              </a:spcBef>
              <a:spcAft>
                <a:spcPts val="0"/>
              </a:spcAft>
              <a:buClr>
                <a:schemeClr val="lt2"/>
              </a:buClr>
              <a:buSzPts val="900"/>
              <a:buFont typeface="Montserrat"/>
              <a:buChar char="●"/>
              <a:defRPr/>
            </a:lvl1pPr>
            <a:lvl2pPr marL="914400" lvl="1" indent="-285750" algn="ctr">
              <a:lnSpc>
                <a:spcPct val="115000"/>
              </a:lnSpc>
              <a:spcBef>
                <a:spcPts val="0"/>
              </a:spcBef>
              <a:spcAft>
                <a:spcPts val="0"/>
              </a:spcAft>
              <a:buClr>
                <a:schemeClr val="lt2"/>
              </a:buClr>
              <a:buSzPts val="900"/>
              <a:buFont typeface="Montserrat"/>
              <a:buChar char="○"/>
              <a:defRPr/>
            </a:lvl2pPr>
            <a:lvl3pPr marL="1371600" lvl="2" indent="-285750" algn="ctr">
              <a:lnSpc>
                <a:spcPct val="115000"/>
              </a:lnSpc>
              <a:spcBef>
                <a:spcPts val="0"/>
              </a:spcBef>
              <a:spcAft>
                <a:spcPts val="0"/>
              </a:spcAft>
              <a:buClr>
                <a:schemeClr val="lt2"/>
              </a:buClr>
              <a:buSzPts val="900"/>
              <a:buFont typeface="Montserrat"/>
              <a:buChar char="■"/>
              <a:defRPr/>
            </a:lvl3pPr>
            <a:lvl4pPr marL="1828800" lvl="3" indent="-285750" algn="ctr">
              <a:lnSpc>
                <a:spcPct val="115000"/>
              </a:lnSpc>
              <a:spcBef>
                <a:spcPts val="0"/>
              </a:spcBef>
              <a:spcAft>
                <a:spcPts val="0"/>
              </a:spcAft>
              <a:buClr>
                <a:schemeClr val="lt2"/>
              </a:buClr>
              <a:buSzPts val="900"/>
              <a:buFont typeface="Montserrat"/>
              <a:buChar char="●"/>
              <a:defRPr/>
            </a:lvl4pPr>
            <a:lvl5pPr marL="2286000" lvl="4" indent="-285750" algn="ctr">
              <a:lnSpc>
                <a:spcPct val="115000"/>
              </a:lnSpc>
              <a:spcBef>
                <a:spcPts val="0"/>
              </a:spcBef>
              <a:spcAft>
                <a:spcPts val="0"/>
              </a:spcAft>
              <a:buClr>
                <a:schemeClr val="lt2"/>
              </a:buClr>
              <a:buSzPts val="900"/>
              <a:buFont typeface="Montserrat"/>
              <a:buChar char="○"/>
              <a:defRPr/>
            </a:lvl5pPr>
            <a:lvl6pPr marL="2743200" lvl="5" indent="-285750" algn="ctr">
              <a:lnSpc>
                <a:spcPct val="115000"/>
              </a:lnSpc>
              <a:spcBef>
                <a:spcPts val="0"/>
              </a:spcBef>
              <a:spcAft>
                <a:spcPts val="0"/>
              </a:spcAft>
              <a:buClr>
                <a:schemeClr val="lt2"/>
              </a:buClr>
              <a:buSzPts val="900"/>
              <a:buFont typeface="Montserrat"/>
              <a:buChar char="■"/>
              <a:defRPr/>
            </a:lvl6pPr>
            <a:lvl7pPr marL="3200400" lvl="6" indent="-285750" algn="ctr">
              <a:lnSpc>
                <a:spcPct val="115000"/>
              </a:lnSpc>
              <a:spcBef>
                <a:spcPts val="0"/>
              </a:spcBef>
              <a:spcAft>
                <a:spcPts val="0"/>
              </a:spcAft>
              <a:buClr>
                <a:schemeClr val="lt2"/>
              </a:buClr>
              <a:buSzPts val="900"/>
              <a:buFont typeface="Montserrat"/>
              <a:buChar char="●"/>
              <a:defRPr/>
            </a:lvl7pPr>
            <a:lvl8pPr marL="3657600" lvl="7" indent="-285750" algn="ctr">
              <a:lnSpc>
                <a:spcPct val="115000"/>
              </a:lnSpc>
              <a:spcBef>
                <a:spcPts val="0"/>
              </a:spcBef>
              <a:spcAft>
                <a:spcPts val="0"/>
              </a:spcAft>
              <a:buClr>
                <a:schemeClr val="lt2"/>
              </a:buClr>
              <a:buSzPts val="900"/>
              <a:buFont typeface="Montserrat"/>
              <a:buChar char="○"/>
              <a:defRPr/>
            </a:lvl8pPr>
            <a:lvl9pPr marL="4114800" lvl="8" indent="-285750" algn="ctr">
              <a:lnSpc>
                <a:spcPct val="115000"/>
              </a:lnSpc>
              <a:spcBef>
                <a:spcPts val="0"/>
              </a:spcBef>
              <a:spcAft>
                <a:spcPts val="0"/>
              </a:spcAft>
              <a:buClr>
                <a:schemeClr val="lt2"/>
              </a:buClr>
              <a:buSzPts val="900"/>
              <a:buFont typeface="Montserrat"/>
              <a:buChar char="■"/>
              <a:defRPr/>
            </a:lvl9pPr>
          </a:lstStyle>
          <a:p>
            <a:endParaRPr/>
          </a:p>
        </p:txBody>
      </p:sp>
      <p:sp>
        <p:nvSpPr>
          <p:cNvPr id="238" name="Google Shape;238;p30"/>
          <p:cNvSpPr txBox="1">
            <a:spLocks noGrp="1"/>
          </p:cNvSpPr>
          <p:nvPr>
            <p:ph type="body" idx="19"/>
          </p:nvPr>
        </p:nvSpPr>
        <p:spPr>
          <a:xfrm>
            <a:off x="4629100" y="3851275"/>
            <a:ext cx="2085000" cy="775800"/>
          </a:xfrm>
          <a:prstGeom prst="rect">
            <a:avLst/>
          </a:prstGeom>
          <a:noFill/>
          <a:ln>
            <a:noFill/>
          </a:ln>
        </p:spPr>
        <p:txBody>
          <a:bodyPr spcFirstLastPara="1" wrap="square" lIns="91425" tIns="0" rIns="91425" bIns="0" anchor="t" anchorCtr="0">
            <a:spAutoFit/>
          </a:bodyPr>
          <a:lstStyle>
            <a:lvl1pPr marL="457200" lvl="0" indent="-285750" algn="ctr">
              <a:lnSpc>
                <a:spcPct val="115000"/>
              </a:lnSpc>
              <a:spcBef>
                <a:spcPts val="0"/>
              </a:spcBef>
              <a:spcAft>
                <a:spcPts val="0"/>
              </a:spcAft>
              <a:buClr>
                <a:schemeClr val="lt2"/>
              </a:buClr>
              <a:buSzPts val="900"/>
              <a:buFont typeface="Montserrat"/>
              <a:buChar char="●"/>
              <a:defRPr/>
            </a:lvl1pPr>
            <a:lvl2pPr marL="914400" lvl="1" indent="-285750" algn="ctr">
              <a:lnSpc>
                <a:spcPct val="115000"/>
              </a:lnSpc>
              <a:spcBef>
                <a:spcPts val="0"/>
              </a:spcBef>
              <a:spcAft>
                <a:spcPts val="0"/>
              </a:spcAft>
              <a:buClr>
                <a:schemeClr val="lt2"/>
              </a:buClr>
              <a:buSzPts val="900"/>
              <a:buFont typeface="Montserrat"/>
              <a:buChar char="○"/>
              <a:defRPr/>
            </a:lvl2pPr>
            <a:lvl3pPr marL="1371600" lvl="2" indent="-285750" algn="ctr">
              <a:lnSpc>
                <a:spcPct val="115000"/>
              </a:lnSpc>
              <a:spcBef>
                <a:spcPts val="0"/>
              </a:spcBef>
              <a:spcAft>
                <a:spcPts val="0"/>
              </a:spcAft>
              <a:buClr>
                <a:schemeClr val="lt2"/>
              </a:buClr>
              <a:buSzPts val="900"/>
              <a:buFont typeface="Montserrat"/>
              <a:buChar char="■"/>
              <a:defRPr/>
            </a:lvl3pPr>
            <a:lvl4pPr marL="1828800" lvl="3" indent="-285750" algn="ctr">
              <a:lnSpc>
                <a:spcPct val="115000"/>
              </a:lnSpc>
              <a:spcBef>
                <a:spcPts val="0"/>
              </a:spcBef>
              <a:spcAft>
                <a:spcPts val="0"/>
              </a:spcAft>
              <a:buClr>
                <a:schemeClr val="lt2"/>
              </a:buClr>
              <a:buSzPts val="900"/>
              <a:buFont typeface="Montserrat"/>
              <a:buChar char="●"/>
              <a:defRPr/>
            </a:lvl4pPr>
            <a:lvl5pPr marL="2286000" lvl="4" indent="-285750" algn="ctr">
              <a:lnSpc>
                <a:spcPct val="115000"/>
              </a:lnSpc>
              <a:spcBef>
                <a:spcPts val="0"/>
              </a:spcBef>
              <a:spcAft>
                <a:spcPts val="0"/>
              </a:spcAft>
              <a:buClr>
                <a:schemeClr val="lt2"/>
              </a:buClr>
              <a:buSzPts val="900"/>
              <a:buFont typeface="Montserrat"/>
              <a:buChar char="○"/>
              <a:defRPr/>
            </a:lvl5pPr>
            <a:lvl6pPr marL="2743200" lvl="5" indent="-285750" algn="ctr">
              <a:lnSpc>
                <a:spcPct val="115000"/>
              </a:lnSpc>
              <a:spcBef>
                <a:spcPts val="0"/>
              </a:spcBef>
              <a:spcAft>
                <a:spcPts val="0"/>
              </a:spcAft>
              <a:buClr>
                <a:schemeClr val="lt2"/>
              </a:buClr>
              <a:buSzPts val="900"/>
              <a:buFont typeface="Montserrat"/>
              <a:buChar char="■"/>
              <a:defRPr/>
            </a:lvl6pPr>
            <a:lvl7pPr marL="3200400" lvl="6" indent="-285750" algn="ctr">
              <a:lnSpc>
                <a:spcPct val="115000"/>
              </a:lnSpc>
              <a:spcBef>
                <a:spcPts val="0"/>
              </a:spcBef>
              <a:spcAft>
                <a:spcPts val="0"/>
              </a:spcAft>
              <a:buClr>
                <a:schemeClr val="lt2"/>
              </a:buClr>
              <a:buSzPts val="900"/>
              <a:buFont typeface="Montserrat"/>
              <a:buChar char="●"/>
              <a:defRPr/>
            </a:lvl7pPr>
            <a:lvl8pPr marL="3657600" lvl="7" indent="-285750" algn="ctr">
              <a:lnSpc>
                <a:spcPct val="115000"/>
              </a:lnSpc>
              <a:spcBef>
                <a:spcPts val="0"/>
              </a:spcBef>
              <a:spcAft>
                <a:spcPts val="0"/>
              </a:spcAft>
              <a:buClr>
                <a:schemeClr val="lt2"/>
              </a:buClr>
              <a:buSzPts val="900"/>
              <a:buFont typeface="Montserrat"/>
              <a:buChar char="○"/>
              <a:defRPr/>
            </a:lvl8pPr>
            <a:lvl9pPr marL="4114800" lvl="8" indent="-285750" algn="ctr">
              <a:lnSpc>
                <a:spcPct val="115000"/>
              </a:lnSpc>
              <a:spcBef>
                <a:spcPts val="0"/>
              </a:spcBef>
              <a:spcAft>
                <a:spcPts val="0"/>
              </a:spcAft>
              <a:buClr>
                <a:schemeClr val="lt2"/>
              </a:buClr>
              <a:buSzPts val="900"/>
              <a:buFont typeface="Montserrat"/>
              <a:buChar char="■"/>
              <a:defRPr/>
            </a:lvl9pPr>
          </a:lstStyle>
          <a:p>
            <a:endParaRPr/>
          </a:p>
        </p:txBody>
      </p:sp>
      <p:sp>
        <p:nvSpPr>
          <p:cNvPr id="239" name="Google Shape;239;p30"/>
          <p:cNvSpPr txBox="1">
            <a:spLocks noGrp="1"/>
          </p:cNvSpPr>
          <p:nvPr>
            <p:ph type="subTitle" idx="20"/>
          </p:nvPr>
        </p:nvSpPr>
        <p:spPr>
          <a:xfrm>
            <a:off x="7657750" y="256025"/>
            <a:ext cx="1230300" cy="275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Clr>
                <a:schemeClr val="dk1"/>
              </a:buClr>
              <a:buSzPts val="800"/>
              <a:buFont typeface="Montserrat"/>
              <a:buNone/>
              <a:defRPr>
                <a:solidFill>
                  <a:schemeClr val="dk1"/>
                </a:solidFill>
              </a:defRPr>
            </a:lvl1pPr>
            <a:lvl2pPr lvl="1" algn="l">
              <a:lnSpc>
                <a:spcPct val="115000"/>
              </a:lnSpc>
              <a:spcBef>
                <a:spcPts val="0"/>
              </a:spcBef>
              <a:spcAft>
                <a:spcPts val="0"/>
              </a:spcAft>
              <a:buClr>
                <a:schemeClr val="dk1"/>
              </a:buClr>
              <a:buSzPts val="800"/>
              <a:buFont typeface="Montserrat"/>
              <a:buNone/>
              <a:defRPr>
                <a:solidFill>
                  <a:schemeClr val="dk1"/>
                </a:solidFill>
              </a:defRPr>
            </a:lvl2pPr>
            <a:lvl3pPr lvl="2" algn="l">
              <a:lnSpc>
                <a:spcPct val="115000"/>
              </a:lnSpc>
              <a:spcBef>
                <a:spcPts val="0"/>
              </a:spcBef>
              <a:spcAft>
                <a:spcPts val="0"/>
              </a:spcAft>
              <a:buClr>
                <a:schemeClr val="dk1"/>
              </a:buClr>
              <a:buSzPts val="800"/>
              <a:buFont typeface="Montserrat"/>
              <a:buNone/>
              <a:defRPr>
                <a:solidFill>
                  <a:schemeClr val="dk1"/>
                </a:solidFill>
              </a:defRPr>
            </a:lvl3pPr>
            <a:lvl4pPr lvl="3" algn="l">
              <a:lnSpc>
                <a:spcPct val="115000"/>
              </a:lnSpc>
              <a:spcBef>
                <a:spcPts val="0"/>
              </a:spcBef>
              <a:spcAft>
                <a:spcPts val="0"/>
              </a:spcAft>
              <a:buClr>
                <a:schemeClr val="dk1"/>
              </a:buClr>
              <a:buSzPts val="800"/>
              <a:buFont typeface="Montserrat"/>
              <a:buNone/>
              <a:defRPr>
                <a:solidFill>
                  <a:schemeClr val="dk1"/>
                </a:solidFill>
              </a:defRPr>
            </a:lvl4pPr>
            <a:lvl5pPr lvl="4" algn="l">
              <a:lnSpc>
                <a:spcPct val="115000"/>
              </a:lnSpc>
              <a:spcBef>
                <a:spcPts val="0"/>
              </a:spcBef>
              <a:spcAft>
                <a:spcPts val="0"/>
              </a:spcAft>
              <a:buClr>
                <a:schemeClr val="dk1"/>
              </a:buClr>
              <a:buSzPts val="800"/>
              <a:buFont typeface="Montserrat"/>
              <a:buNone/>
              <a:defRPr>
                <a:solidFill>
                  <a:schemeClr val="dk1"/>
                </a:solidFill>
              </a:defRPr>
            </a:lvl5pPr>
            <a:lvl6pPr lvl="5" algn="l">
              <a:lnSpc>
                <a:spcPct val="115000"/>
              </a:lnSpc>
              <a:spcBef>
                <a:spcPts val="0"/>
              </a:spcBef>
              <a:spcAft>
                <a:spcPts val="0"/>
              </a:spcAft>
              <a:buClr>
                <a:schemeClr val="dk1"/>
              </a:buClr>
              <a:buSzPts val="800"/>
              <a:buFont typeface="Montserrat"/>
              <a:buNone/>
              <a:defRPr>
                <a:solidFill>
                  <a:schemeClr val="dk1"/>
                </a:solidFill>
              </a:defRPr>
            </a:lvl6pPr>
            <a:lvl7pPr lvl="6" algn="l">
              <a:lnSpc>
                <a:spcPct val="115000"/>
              </a:lnSpc>
              <a:spcBef>
                <a:spcPts val="0"/>
              </a:spcBef>
              <a:spcAft>
                <a:spcPts val="0"/>
              </a:spcAft>
              <a:buClr>
                <a:schemeClr val="dk1"/>
              </a:buClr>
              <a:buSzPts val="800"/>
              <a:buFont typeface="Montserrat"/>
              <a:buNone/>
              <a:defRPr>
                <a:solidFill>
                  <a:schemeClr val="dk1"/>
                </a:solidFill>
              </a:defRPr>
            </a:lvl7pPr>
            <a:lvl8pPr lvl="7" algn="l">
              <a:lnSpc>
                <a:spcPct val="115000"/>
              </a:lnSpc>
              <a:spcBef>
                <a:spcPts val="0"/>
              </a:spcBef>
              <a:spcAft>
                <a:spcPts val="0"/>
              </a:spcAft>
              <a:buClr>
                <a:schemeClr val="dk1"/>
              </a:buClr>
              <a:buSzPts val="800"/>
              <a:buFont typeface="Montserrat"/>
              <a:buNone/>
              <a:defRPr>
                <a:solidFill>
                  <a:schemeClr val="dk1"/>
                </a:solidFill>
              </a:defRPr>
            </a:lvl8pPr>
            <a:lvl9pPr lvl="8" algn="l">
              <a:lnSpc>
                <a:spcPct val="115000"/>
              </a:lnSpc>
              <a:spcBef>
                <a:spcPts val="0"/>
              </a:spcBef>
              <a:spcAft>
                <a:spcPts val="0"/>
              </a:spcAft>
              <a:buClr>
                <a:schemeClr val="dk1"/>
              </a:buClr>
              <a:buSzPts val="800"/>
              <a:buFont typeface="Montserrat"/>
              <a:buNone/>
              <a:defRPr>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 you">
  <p:cSld name="BLANK_1_1_1_1_1_1_1_1_1_1_1_1_1_1_1_1_1_1_1_1_1_1">
    <p:bg>
      <p:bgPr>
        <a:solidFill>
          <a:schemeClr val="dk2"/>
        </a:solidFill>
        <a:effectLst/>
      </p:bgPr>
    </p:bg>
    <p:spTree>
      <p:nvGrpSpPr>
        <p:cNvPr id="1" name="Shape 240"/>
        <p:cNvGrpSpPr/>
        <p:nvPr/>
      </p:nvGrpSpPr>
      <p:grpSpPr>
        <a:xfrm>
          <a:off x="0" y="0"/>
          <a:ext cx="0" cy="0"/>
          <a:chOff x="0" y="0"/>
          <a:chExt cx="0" cy="0"/>
        </a:xfrm>
      </p:grpSpPr>
      <p:sp>
        <p:nvSpPr>
          <p:cNvPr id="241" name="Google Shape;241;p31"/>
          <p:cNvSpPr/>
          <p:nvPr/>
        </p:nvSpPr>
        <p:spPr>
          <a:xfrm>
            <a:off x="0" y="1182000"/>
            <a:ext cx="1873200" cy="30603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242" name="Google Shape;242;p31"/>
          <p:cNvSpPr/>
          <p:nvPr/>
        </p:nvSpPr>
        <p:spPr>
          <a:xfrm>
            <a:off x="0" y="1182000"/>
            <a:ext cx="1873200" cy="1873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243" name="Google Shape;243;p31"/>
          <p:cNvSpPr/>
          <p:nvPr/>
        </p:nvSpPr>
        <p:spPr>
          <a:xfrm>
            <a:off x="0" y="1182000"/>
            <a:ext cx="1873200" cy="6837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244" name="Google Shape;244;p31"/>
          <p:cNvSpPr/>
          <p:nvPr/>
        </p:nvSpPr>
        <p:spPr>
          <a:xfrm>
            <a:off x="0" y="0"/>
            <a:ext cx="1873200" cy="1182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245" name="Google Shape;245;p31"/>
          <p:cNvSpPr/>
          <p:nvPr/>
        </p:nvSpPr>
        <p:spPr>
          <a:xfrm>
            <a:off x="806250" y="1052675"/>
            <a:ext cx="260700" cy="260700"/>
          </a:xfrm>
          <a:prstGeom prst="ellipse">
            <a:avLst/>
          </a:prstGeom>
          <a:solidFill>
            <a:schemeClr val="dk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246" name="Google Shape;246;p31"/>
          <p:cNvSpPr/>
          <p:nvPr/>
        </p:nvSpPr>
        <p:spPr>
          <a:xfrm>
            <a:off x="0" y="4246550"/>
            <a:ext cx="9144000" cy="901200"/>
          </a:xfrm>
          <a:prstGeom prst="rect">
            <a:avLst/>
          </a:prstGeom>
          <a:gradFill>
            <a:gsLst>
              <a:gs pos="0">
                <a:schemeClr val="dk1"/>
              </a:gs>
              <a:gs pos="72000">
                <a:schemeClr val="dk2"/>
              </a:gs>
              <a:gs pos="100000">
                <a:schemeClr val="dk2"/>
              </a:gs>
            </a:gsLst>
            <a:path path="circle">
              <a:fillToRect l="100000" b="100000"/>
            </a:path>
            <a:tileRect t="-100000" r="-10000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cxnSp>
        <p:nvCxnSpPr>
          <p:cNvPr id="247" name="Google Shape;247;p31"/>
          <p:cNvCxnSpPr/>
          <p:nvPr/>
        </p:nvCxnSpPr>
        <p:spPr>
          <a:xfrm>
            <a:off x="0" y="4244425"/>
            <a:ext cx="9144000" cy="0"/>
          </a:xfrm>
          <a:prstGeom prst="straightConnector1">
            <a:avLst/>
          </a:prstGeom>
          <a:noFill/>
          <a:ln w="9525" cap="flat" cmpd="sng">
            <a:solidFill>
              <a:schemeClr val="dk1"/>
            </a:solidFill>
            <a:prstDash val="solid"/>
            <a:round/>
            <a:headEnd type="none" w="sm" len="sm"/>
            <a:tailEnd type="none" w="sm" len="sm"/>
          </a:ln>
        </p:spPr>
      </p:cxnSp>
      <p:cxnSp>
        <p:nvCxnSpPr>
          <p:cNvPr id="248" name="Google Shape;248;p31"/>
          <p:cNvCxnSpPr/>
          <p:nvPr/>
        </p:nvCxnSpPr>
        <p:spPr>
          <a:xfrm>
            <a:off x="1873325" y="0"/>
            <a:ext cx="0" cy="4242300"/>
          </a:xfrm>
          <a:prstGeom prst="straightConnector1">
            <a:avLst/>
          </a:prstGeom>
          <a:noFill/>
          <a:ln w="9525" cap="flat" cmpd="sng">
            <a:solidFill>
              <a:schemeClr val="dk1"/>
            </a:solidFill>
            <a:prstDash val="solid"/>
            <a:round/>
            <a:headEnd type="none" w="sm" len="sm"/>
            <a:tailEnd type="none" w="sm" len="sm"/>
          </a:ln>
        </p:spPr>
      </p:cxnSp>
      <p:sp>
        <p:nvSpPr>
          <p:cNvPr id="249" name="Google Shape;249;p31"/>
          <p:cNvSpPr txBox="1">
            <a:spLocks noGrp="1"/>
          </p:cNvSpPr>
          <p:nvPr>
            <p:ph type="title"/>
          </p:nvPr>
        </p:nvSpPr>
        <p:spPr>
          <a:xfrm>
            <a:off x="2322425" y="602225"/>
            <a:ext cx="6565800" cy="642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lgn="l">
              <a:lnSpc>
                <a:spcPct val="100000"/>
              </a:lnSpc>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a:endParaRPr/>
          </a:p>
        </p:txBody>
      </p:sp>
      <p:sp>
        <p:nvSpPr>
          <p:cNvPr id="250" name="Google Shape;250;p31"/>
          <p:cNvSpPr txBox="1">
            <a:spLocks noGrp="1"/>
          </p:cNvSpPr>
          <p:nvPr>
            <p:ph type="title" idx="2"/>
          </p:nvPr>
        </p:nvSpPr>
        <p:spPr>
          <a:xfrm>
            <a:off x="2322425" y="1389575"/>
            <a:ext cx="6565800" cy="598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9600"/>
              <a:buFont typeface="Source Serif 4"/>
              <a:buNone/>
              <a:defRPr sz="9600"/>
            </a:lvl1pPr>
            <a:lvl2pPr lvl="1" algn="l">
              <a:lnSpc>
                <a:spcPct val="100000"/>
              </a:lnSpc>
              <a:spcBef>
                <a:spcPts val="0"/>
              </a:spcBef>
              <a:spcAft>
                <a:spcPts val="0"/>
              </a:spcAft>
              <a:buClr>
                <a:schemeClr val="dk1"/>
              </a:buClr>
              <a:buSzPts val="9600"/>
              <a:buFont typeface="Source Serif 4"/>
              <a:buNone/>
              <a:defRPr sz="9600"/>
            </a:lvl2pPr>
            <a:lvl3pPr lvl="2" algn="l">
              <a:lnSpc>
                <a:spcPct val="100000"/>
              </a:lnSpc>
              <a:spcBef>
                <a:spcPts val="0"/>
              </a:spcBef>
              <a:spcAft>
                <a:spcPts val="0"/>
              </a:spcAft>
              <a:buClr>
                <a:schemeClr val="dk1"/>
              </a:buClr>
              <a:buSzPts val="9600"/>
              <a:buFont typeface="Source Serif 4"/>
              <a:buNone/>
              <a:defRPr sz="9600"/>
            </a:lvl3pPr>
            <a:lvl4pPr lvl="3" algn="l">
              <a:lnSpc>
                <a:spcPct val="100000"/>
              </a:lnSpc>
              <a:spcBef>
                <a:spcPts val="0"/>
              </a:spcBef>
              <a:spcAft>
                <a:spcPts val="0"/>
              </a:spcAft>
              <a:buClr>
                <a:schemeClr val="dk1"/>
              </a:buClr>
              <a:buSzPts val="9600"/>
              <a:buFont typeface="Source Serif 4"/>
              <a:buNone/>
              <a:defRPr sz="9600"/>
            </a:lvl4pPr>
            <a:lvl5pPr lvl="4" algn="l">
              <a:lnSpc>
                <a:spcPct val="100000"/>
              </a:lnSpc>
              <a:spcBef>
                <a:spcPts val="0"/>
              </a:spcBef>
              <a:spcAft>
                <a:spcPts val="0"/>
              </a:spcAft>
              <a:buClr>
                <a:schemeClr val="dk1"/>
              </a:buClr>
              <a:buSzPts val="9600"/>
              <a:buFont typeface="Source Serif 4"/>
              <a:buNone/>
              <a:defRPr sz="9600"/>
            </a:lvl5pPr>
            <a:lvl6pPr lvl="5" algn="l">
              <a:lnSpc>
                <a:spcPct val="100000"/>
              </a:lnSpc>
              <a:spcBef>
                <a:spcPts val="0"/>
              </a:spcBef>
              <a:spcAft>
                <a:spcPts val="0"/>
              </a:spcAft>
              <a:buClr>
                <a:schemeClr val="dk1"/>
              </a:buClr>
              <a:buSzPts val="9600"/>
              <a:buFont typeface="Source Serif 4"/>
              <a:buNone/>
              <a:defRPr sz="9600"/>
            </a:lvl6pPr>
            <a:lvl7pPr lvl="6" algn="l">
              <a:lnSpc>
                <a:spcPct val="100000"/>
              </a:lnSpc>
              <a:spcBef>
                <a:spcPts val="0"/>
              </a:spcBef>
              <a:spcAft>
                <a:spcPts val="0"/>
              </a:spcAft>
              <a:buClr>
                <a:schemeClr val="dk1"/>
              </a:buClr>
              <a:buSzPts val="9600"/>
              <a:buFont typeface="Source Serif 4"/>
              <a:buNone/>
              <a:defRPr sz="9600"/>
            </a:lvl7pPr>
            <a:lvl8pPr lvl="7" algn="l">
              <a:lnSpc>
                <a:spcPct val="100000"/>
              </a:lnSpc>
              <a:spcBef>
                <a:spcPts val="0"/>
              </a:spcBef>
              <a:spcAft>
                <a:spcPts val="0"/>
              </a:spcAft>
              <a:buClr>
                <a:schemeClr val="dk1"/>
              </a:buClr>
              <a:buSzPts val="9600"/>
              <a:buFont typeface="Source Serif 4"/>
              <a:buNone/>
              <a:defRPr sz="9600"/>
            </a:lvl8pPr>
            <a:lvl9pPr lvl="8" algn="l">
              <a:lnSpc>
                <a:spcPct val="100000"/>
              </a:lnSpc>
              <a:spcBef>
                <a:spcPts val="0"/>
              </a:spcBef>
              <a:spcAft>
                <a:spcPts val="0"/>
              </a:spcAft>
              <a:buClr>
                <a:schemeClr val="dk1"/>
              </a:buClr>
              <a:buSzPts val="9600"/>
              <a:buFont typeface="Source Serif 4"/>
              <a:buNone/>
              <a:defRPr sz="96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1"/>
        <p:cNvGrpSpPr/>
        <p:nvPr/>
      </p:nvGrpSpPr>
      <p:grpSpPr>
        <a:xfrm>
          <a:off x="0" y="0"/>
          <a:ext cx="0" cy="0"/>
          <a:chOff x="0" y="0"/>
          <a:chExt cx="0" cy="0"/>
        </a:xfrm>
      </p:grpSpPr>
      <p:sp>
        <p:nvSpPr>
          <p:cNvPr id="252" name="Google Shape;252;p3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53" name="Google Shape;253;p32"/>
          <p:cNvSpPr txBox="1">
            <a:spLocks noGrp="1"/>
          </p:cNvSpPr>
          <p:nvPr>
            <p:ph type="subTitle" idx="1"/>
          </p:nvPr>
        </p:nvSpPr>
        <p:spPr>
          <a:xfrm>
            <a:off x="311700" y="2834125"/>
            <a:ext cx="8520600" cy="7926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54"/>
        <p:cNvGrpSpPr/>
        <p:nvPr/>
      </p:nvGrpSpPr>
      <p:grpSpPr>
        <a:xfrm>
          <a:off x="0" y="0"/>
          <a:ext cx="0" cy="0"/>
          <a:chOff x="0" y="0"/>
          <a:chExt cx="0" cy="0"/>
        </a:xfrm>
      </p:grpSpPr>
      <p:sp>
        <p:nvSpPr>
          <p:cNvPr id="255" name="Google Shape;255;p3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256"/>
        <p:cNvGrpSpPr/>
        <p:nvPr/>
      </p:nvGrpSpPr>
      <p:grpSpPr>
        <a:xfrm>
          <a:off x="0" y="0"/>
          <a:ext cx="0" cy="0"/>
          <a:chOff x="0" y="0"/>
          <a:chExt cx="0" cy="0"/>
        </a:xfrm>
      </p:grpSpPr>
      <p:sp>
        <p:nvSpPr>
          <p:cNvPr id="257" name="Google Shape;257;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258" name="Google Shape;258;p3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259"/>
        <p:cNvGrpSpPr/>
        <p:nvPr/>
      </p:nvGrpSpPr>
      <p:grpSpPr>
        <a:xfrm>
          <a:off x="0" y="0"/>
          <a:ext cx="0" cy="0"/>
          <a:chOff x="0" y="0"/>
          <a:chExt cx="0" cy="0"/>
        </a:xfrm>
      </p:grpSpPr>
      <p:sp>
        <p:nvSpPr>
          <p:cNvPr id="260" name="Google Shape;260;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261" name="Google Shape;261;p3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2" name="Google Shape;262;p3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3"/>
        <p:cNvGrpSpPr/>
        <p:nvPr/>
      </p:nvGrpSpPr>
      <p:grpSpPr>
        <a:xfrm>
          <a:off x="0" y="0"/>
          <a:ext cx="0" cy="0"/>
          <a:chOff x="0" y="0"/>
          <a:chExt cx="0" cy="0"/>
        </a:xfrm>
      </p:grpSpPr>
      <p:sp>
        <p:nvSpPr>
          <p:cNvPr id="264" name="Google Shape;264;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65"/>
        <p:cNvGrpSpPr/>
        <p:nvPr/>
      </p:nvGrpSpPr>
      <p:grpSpPr>
        <a:xfrm>
          <a:off x="0" y="0"/>
          <a:ext cx="0" cy="0"/>
          <a:chOff x="0" y="0"/>
          <a:chExt cx="0" cy="0"/>
        </a:xfrm>
      </p:grpSpPr>
      <p:sp>
        <p:nvSpPr>
          <p:cNvPr id="266" name="Google Shape;266;p3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67" name="Google Shape;267;p3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68"/>
        <p:cNvGrpSpPr/>
        <p:nvPr/>
      </p:nvGrpSpPr>
      <p:grpSpPr>
        <a:xfrm>
          <a:off x="0" y="0"/>
          <a:ext cx="0" cy="0"/>
          <a:chOff x="0" y="0"/>
          <a:chExt cx="0" cy="0"/>
        </a:xfrm>
      </p:grpSpPr>
      <p:sp>
        <p:nvSpPr>
          <p:cNvPr id="269" name="Google Shape;269;p3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0"/>
        <p:cNvGrpSpPr/>
        <p:nvPr/>
      </p:nvGrpSpPr>
      <p:grpSpPr>
        <a:xfrm>
          <a:off x="0" y="0"/>
          <a:ext cx="0" cy="0"/>
          <a:chOff x="0" y="0"/>
          <a:chExt cx="0" cy="0"/>
        </a:xfrm>
      </p:grpSpPr>
      <p:sp>
        <p:nvSpPr>
          <p:cNvPr id="271" name="Google Shape;271;p3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72" name="Google Shape;272;p39"/>
          <p:cNvSpPr txBox="1">
            <a:spLocks noGrp="1"/>
          </p:cNvSpPr>
          <p:nvPr>
            <p:ph type="subTitle" idx="1"/>
          </p:nvPr>
        </p:nvSpPr>
        <p:spPr>
          <a:xfrm>
            <a:off x="265500" y="2803075"/>
            <a:ext cx="4045200" cy="1235100"/>
          </a:xfrm>
          <a:prstGeom prst="rect">
            <a:avLst/>
          </a:prstGeom>
          <a:noFill/>
          <a:ln>
            <a:noFill/>
          </a:ln>
        </p:spPr>
        <p:txBody>
          <a:bodyPr spcFirstLastPara="1" wrap="square" lIns="0" tIns="0" rIns="0" bIns="0" anchor="t" anchorCtr="0">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a:endParaRPr/>
          </a:p>
        </p:txBody>
      </p:sp>
      <p:sp>
        <p:nvSpPr>
          <p:cNvPr id="273" name="Google Shape;273;p3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74"/>
        <p:cNvGrpSpPr/>
        <p:nvPr/>
      </p:nvGrpSpPr>
      <p:grpSpPr>
        <a:xfrm>
          <a:off x="0" y="0"/>
          <a:ext cx="0" cy="0"/>
          <a:chOff x="0" y="0"/>
          <a:chExt cx="0" cy="0"/>
        </a:xfrm>
      </p:grpSpPr>
      <p:sp>
        <p:nvSpPr>
          <p:cNvPr id="275" name="Google Shape;275;p4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15000"/>
              </a:lnSpc>
              <a:spcBef>
                <a:spcPts val="0"/>
              </a:spcBef>
              <a:spcAft>
                <a:spcPts val="0"/>
              </a:spcAft>
              <a:buSzPts val="900"/>
              <a:buNone/>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76"/>
        <p:cNvGrpSpPr/>
        <p:nvPr/>
      </p:nvGrpSpPr>
      <p:grpSpPr>
        <a:xfrm>
          <a:off x="0" y="0"/>
          <a:ext cx="0" cy="0"/>
          <a:chOff x="0" y="0"/>
          <a:chExt cx="0" cy="0"/>
        </a:xfrm>
      </p:grpSpPr>
      <p:sp>
        <p:nvSpPr>
          <p:cNvPr id="277" name="Google Shape;277;p41"/>
          <p:cNvSpPr txBox="1">
            <a:spLocks noGrp="1"/>
          </p:cNvSpPr>
          <p:nvPr>
            <p:ph type="title"/>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278" name="Google Shape;278;p4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285750" algn="ctr">
              <a:lnSpc>
                <a:spcPct val="115000"/>
              </a:lnSpc>
              <a:spcBef>
                <a:spcPts val="0"/>
              </a:spcBef>
              <a:spcAft>
                <a:spcPts val="0"/>
              </a:spcAft>
              <a:buSzPts val="900"/>
              <a:buChar char="●"/>
              <a:defRPr/>
            </a:lvl1pPr>
            <a:lvl2pPr marL="914400" lvl="1" indent="-285750" algn="ctr">
              <a:lnSpc>
                <a:spcPct val="115000"/>
              </a:lnSpc>
              <a:spcBef>
                <a:spcPts val="0"/>
              </a:spcBef>
              <a:spcAft>
                <a:spcPts val="0"/>
              </a:spcAft>
              <a:buSzPts val="900"/>
              <a:buChar char="○"/>
              <a:defRPr/>
            </a:lvl2pPr>
            <a:lvl3pPr marL="1371600" lvl="2" indent="-285750" algn="ctr">
              <a:lnSpc>
                <a:spcPct val="115000"/>
              </a:lnSpc>
              <a:spcBef>
                <a:spcPts val="0"/>
              </a:spcBef>
              <a:spcAft>
                <a:spcPts val="0"/>
              </a:spcAft>
              <a:buSzPts val="900"/>
              <a:buChar char="■"/>
              <a:defRPr/>
            </a:lvl3pPr>
            <a:lvl4pPr marL="1828800" lvl="3" indent="-285750" algn="ctr">
              <a:lnSpc>
                <a:spcPct val="115000"/>
              </a:lnSpc>
              <a:spcBef>
                <a:spcPts val="0"/>
              </a:spcBef>
              <a:spcAft>
                <a:spcPts val="0"/>
              </a:spcAft>
              <a:buSzPts val="900"/>
              <a:buChar char="●"/>
              <a:defRPr/>
            </a:lvl4pPr>
            <a:lvl5pPr marL="2286000" lvl="4" indent="-285750" algn="ctr">
              <a:lnSpc>
                <a:spcPct val="115000"/>
              </a:lnSpc>
              <a:spcBef>
                <a:spcPts val="0"/>
              </a:spcBef>
              <a:spcAft>
                <a:spcPts val="0"/>
              </a:spcAft>
              <a:buSzPts val="900"/>
              <a:buChar char="○"/>
              <a:defRPr/>
            </a:lvl5pPr>
            <a:lvl6pPr marL="2743200" lvl="5" indent="-285750" algn="ctr">
              <a:lnSpc>
                <a:spcPct val="115000"/>
              </a:lnSpc>
              <a:spcBef>
                <a:spcPts val="0"/>
              </a:spcBef>
              <a:spcAft>
                <a:spcPts val="0"/>
              </a:spcAft>
              <a:buSzPts val="900"/>
              <a:buChar char="■"/>
              <a:defRPr/>
            </a:lvl6pPr>
            <a:lvl7pPr marL="3200400" lvl="6" indent="-285750" algn="ctr">
              <a:lnSpc>
                <a:spcPct val="115000"/>
              </a:lnSpc>
              <a:spcBef>
                <a:spcPts val="0"/>
              </a:spcBef>
              <a:spcAft>
                <a:spcPts val="0"/>
              </a:spcAft>
              <a:buSzPts val="900"/>
              <a:buChar char="●"/>
              <a:defRPr/>
            </a:lvl7pPr>
            <a:lvl8pPr marL="3657600" lvl="7" indent="-285750" algn="ctr">
              <a:lnSpc>
                <a:spcPct val="115000"/>
              </a:lnSpc>
              <a:spcBef>
                <a:spcPts val="0"/>
              </a:spcBef>
              <a:spcAft>
                <a:spcPts val="0"/>
              </a:spcAft>
              <a:buSzPts val="900"/>
              <a:buChar char="○"/>
              <a:defRPr/>
            </a:lvl8pPr>
            <a:lvl9pPr marL="4114800" lvl="8" indent="-285750" algn="ctr">
              <a:lnSpc>
                <a:spcPct val="115000"/>
              </a:lnSpc>
              <a:spcBef>
                <a:spcPts val="0"/>
              </a:spcBef>
              <a:spcAft>
                <a:spcPts val="0"/>
              </a:spcAft>
              <a:buSzPts val="9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79"/>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80"/>
        <p:cNvGrpSpPr/>
        <p:nvPr/>
      </p:nvGrpSpPr>
      <p:grpSpPr>
        <a:xfrm>
          <a:off x="0" y="0"/>
          <a:ext cx="0" cy="0"/>
          <a:chOff x="0" y="0"/>
          <a:chExt cx="0" cy="0"/>
        </a:xfrm>
      </p:grpSpPr>
      <p:sp>
        <p:nvSpPr>
          <p:cNvPr id="281" name="Google Shape;281;p43"/>
          <p:cNvSpPr txBox="1">
            <a:spLocks noGrp="1"/>
          </p:cNvSpPr>
          <p:nvPr>
            <p:ph type="title"/>
          </p:nvPr>
        </p:nvSpPr>
        <p:spPr>
          <a:xfrm>
            <a:off x="677325" y="1832775"/>
            <a:ext cx="3217200" cy="1484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282" name="Google Shape;282;p43"/>
          <p:cNvSpPr txBox="1">
            <a:spLocks noGrp="1"/>
          </p:cNvSpPr>
          <p:nvPr>
            <p:ph type="subTitle" idx="1"/>
          </p:nvPr>
        </p:nvSpPr>
        <p:spPr>
          <a:xfrm>
            <a:off x="4406650" y="393750"/>
            <a:ext cx="44097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283" name="Google Shape;283;p43"/>
          <p:cNvSpPr txBox="1">
            <a:spLocks noGrp="1"/>
          </p:cNvSpPr>
          <p:nvPr>
            <p:ph type="subTitle" idx="2"/>
          </p:nvPr>
        </p:nvSpPr>
        <p:spPr>
          <a:xfrm>
            <a:off x="4406650" y="1151705"/>
            <a:ext cx="44097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284" name="Google Shape;284;p43"/>
          <p:cNvSpPr txBox="1">
            <a:spLocks noGrp="1"/>
          </p:cNvSpPr>
          <p:nvPr>
            <p:ph type="subTitle" idx="3"/>
          </p:nvPr>
        </p:nvSpPr>
        <p:spPr>
          <a:xfrm>
            <a:off x="4406650" y="3425570"/>
            <a:ext cx="44097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285" name="Google Shape;285;p43"/>
          <p:cNvSpPr txBox="1">
            <a:spLocks noGrp="1"/>
          </p:cNvSpPr>
          <p:nvPr>
            <p:ph type="subTitle" idx="4"/>
          </p:nvPr>
        </p:nvSpPr>
        <p:spPr>
          <a:xfrm>
            <a:off x="4406650" y="1909660"/>
            <a:ext cx="44097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286" name="Google Shape;286;p43"/>
          <p:cNvSpPr txBox="1">
            <a:spLocks noGrp="1"/>
          </p:cNvSpPr>
          <p:nvPr>
            <p:ph type="subTitle" idx="5"/>
          </p:nvPr>
        </p:nvSpPr>
        <p:spPr>
          <a:xfrm>
            <a:off x="4406650" y="4183525"/>
            <a:ext cx="44097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287" name="Google Shape;287;p43"/>
          <p:cNvSpPr txBox="1">
            <a:spLocks noGrp="1"/>
          </p:cNvSpPr>
          <p:nvPr>
            <p:ph type="subTitle" idx="6"/>
          </p:nvPr>
        </p:nvSpPr>
        <p:spPr>
          <a:xfrm>
            <a:off x="4406650" y="2667615"/>
            <a:ext cx="44097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288"/>
        <p:cNvGrpSpPr/>
        <p:nvPr/>
      </p:nvGrpSpPr>
      <p:grpSpPr>
        <a:xfrm>
          <a:off x="0" y="0"/>
          <a:ext cx="0" cy="0"/>
          <a:chOff x="0" y="0"/>
          <a:chExt cx="0" cy="0"/>
        </a:xfrm>
      </p:grpSpPr>
      <p:sp>
        <p:nvSpPr>
          <p:cNvPr id="289" name="Google Shape;289;p4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290" name="Google Shape;290;p44"/>
          <p:cNvSpPr txBox="1">
            <a:spLocks noGrp="1"/>
          </p:cNvSpPr>
          <p:nvPr>
            <p:ph type="body" idx="1"/>
          </p:nvPr>
        </p:nvSpPr>
        <p:spPr>
          <a:xfrm>
            <a:off x="311700" y="1152475"/>
            <a:ext cx="4473900" cy="34164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291" name="Google Shape;291;p4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292"/>
        <p:cNvGrpSpPr/>
        <p:nvPr/>
      </p:nvGrpSpPr>
      <p:grpSpPr>
        <a:xfrm>
          <a:off x="0" y="0"/>
          <a:ext cx="0" cy="0"/>
          <a:chOff x="0" y="0"/>
          <a:chExt cx="0" cy="0"/>
        </a:xfrm>
      </p:grpSpPr>
      <p:sp>
        <p:nvSpPr>
          <p:cNvPr id="293" name="Google Shape;293;p45"/>
          <p:cNvSpPr txBox="1">
            <a:spLocks noGrp="1"/>
          </p:cNvSpPr>
          <p:nvPr>
            <p:ph type="title"/>
          </p:nvPr>
        </p:nvSpPr>
        <p:spPr>
          <a:xfrm>
            <a:off x="483175" y="450025"/>
            <a:ext cx="8184600" cy="75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294" name="Google Shape;294;p45"/>
          <p:cNvSpPr txBox="1">
            <a:spLocks noGrp="1"/>
          </p:cNvSpPr>
          <p:nvPr>
            <p:ph type="body" idx="1"/>
          </p:nvPr>
        </p:nvSpPr>
        <p:spPr>
          <a:xfrm>
            <a:off x="483150" y="2237788"/>
            <a:ext cx="3619800" cy="23736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295" name="Google Shape;295;p45"/>
          <p:cNvSpPr txBox="1">
            <a:spLocks noGrp="1"/>
          </p:cNvSpPr>
          <p:nvPr>
            <p:ph type="body" idx="2"/>
          </p:nvPr>
        </p:nvSpPr>
        <p:spPr>
          <a:xfrm>
            <a:off x="5048000" y="2237788"/>
            <a:ext cx="3619800" cy="23736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296" name="Google Shape;296;p45"/>
          <p:cNvSpPr txBox="1">
            <a:spLocks noGrp="1"/>
          </p:cNvSpPr>
          <p:nvPr>
            <p:ph type="subTitle" idx="3"/>
          </p:nvPr>
        </p:nvSpPr>
        <p:spPr>
          <a:xfrm>
            <a:off x="483150" y="1336161"/>
            <a:ext cx="36198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297" name="Google Shape;297;p45"/>
          <p:cNvSpPr txBox="1">
            <a:spLocks noGrp="1"/>
          </p:cNvSpPr>
          <p:nvPr>
            <p:ph type="subTitle" idx="4"/>
          </p:nvPr>
        </p:nvSpPr>
        <p:spPr>
          <a:xfrm>
            <a:off x="5048000" y="1336161"/>
            <a:ext cx="3619800" cy="5427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298"/>
        <p:cNvGrpSpPr/>
        <p:nvPr/>
      </p:nvGrpSpPr>
      <p:grpSpPr>
        <a:xfrm>
          <a:off x="0" y="0"/>
          <a:ext cx="0" cy="0"/>
          <a:chOff x="0" y="0"/>
          <a:chExt cx="0" cy="0"/>
        </a:xfrm>
      </p:grpSpPr>
      <p:sp>
        <p:nvSpPr>
          <p:cNvPr id="299" name="Google Shape;299;p46"/>
          <p:cNvSpPr txBox="1">
            <a:spLocks noGrp="1"/>
          </p:cNvSpPr>
          <p:nvPr>
            <p:ph type="body" idx="1"/>
          </p:nvPr>
        </p:nvSpPr>
        <p:spPr>
          <a:xfrm>
            <a:off x="483175" y="2417500"/>
            <a:ext cx="2455500" cy="23736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300" name="Google Shape;300;p46"/>
          <p:cNvSpPr txBox="1">
            <a:spLocks noGrp="1"/>
          </p:cNvSpPr>
          <p:nvPr>
            <p:ph type="body" idx="2"/>
          </p:nvPr>
        </p:nvSpPr>
        <p:spPr>
          <a:xfrm>
            <a:off x="3347725" y="2417500"/>
            <a:ext cx="2455500" cy="23736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301" name="Google Shape;301;p46"/>
          <p:cNvSpPr txBox="1">
            <a:spLocks noGrp="1"/>
          </p:cNvSpPr>
          <p:nvPr>
            <p:ph type="title"/>
          </p:nvPr>
        </p:nvSpPr>
        <p:spPr>
          <a:xfrm>
            <a:off x="483175" y="450025"/>
            <a:ext cx="8184600" cy="75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02" name="Google Shape;302;p46"/>
          <p:cNvSpPr txBox="1">
            <a:spLocks noGrp="1"/>
          </p:cNvSpPr>
          <p:nvPr>
            <p:ph type="subTitle" idx="3"/>
          </p:nvPr>
        </p:nvSpPr>
        <p:spPr>
          <a:xfrm>
            <a:off x="483175" y="1336150"/>
            <a:ext cx="2455500" cy="7785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303" name="Google Shape;303;p46"/>
          <p:cNvSpPr txBox="1">
            <a:spLocks noGrp="1"/>
          </p:cNvSpPr>
          <p:nvPr>
            <p:ph type="subTitle" idx="4"/>
          </p:nvPr>
        </p:nvSpPr>
        <p:spPr>
          <a:xfrm>
            <a:off x="3347725" y="1336150"/>
            <a:ext cx="2455500" cy="7785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304" name="Google Shape;304;p46"/>
          <p:cNvSpPr txBox="1">
            <a:spLocks noGrp="1"/>
          </p:cNvSpPr>
          <p:nvPr>
            <p:ph type="subTitle" idx="5"/>
          </p:nvPr>
        </p:nvSpPr>
        <p:spPr>
          <a:xfrm>
            <a:off x="6212275" y="1336150"/>
            <a:ext cx="2455500" cy="7785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305" name="Google Shape;305;p46"/>
          <p:cNvSpPr txBox="1">
            <a:spLocks noGrp="1"/>
          </p:cNvSpPr>
          <p:nvPr>
            <p:ph type="body" idx="6"/>
          </p:nvPr>
        </p:nvSpPr>
        <p:spPr>
          <a:xfrm>
            <a:off x="6212275" y="2417500"/>
            <a:ext cx="2455500" cy="2373600"/>
          </a:xfrm>
          <a:prstGeom prst="rect">
            <a:avLst/>
          </a:prstGeom>
          <a:noFill/>
          <a:ln>
            <a:noFill/>
          </a:ln>
        </p:spPr>
        <p:txBody>
          <a:bodyPr spcFirstLastPara="1" wrap="square" lIns="0" tIns="0" rIns="0" bIns="0" anchor="t" anchorCtr="0">
            <a:spAutoFit/>
          </a:bodyPr>
          <a:lstStyle>
            <a:lvl1pPr marL="457200" lvl="0" indent="-285750" algn="l">
              <a:lnSpc>
                <a:spcPct val="115000"/>
              </a:lnSpc>
              <a:spcBef>
                <a:spcPts val="0"/>
              </a:spcBef>
              <a:spcAft>
                <a:spcPts val="0"/>
              </a:spcAft>
              <a:buSzPts val="900"/>
              <a:buChar char="●"/>
              <a:defRPr/>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06"/>
        <p:cNvGrpSpPr/>
        <p:nvPr/>
      </p:nvGrpSpPr>
      <p:grpSpPr>
        <a:xfrm>
          <a:off x="0" y="0"/>
          <a:ext cx="0" cy="0"/>
          <a:chOff x="0" y="0"/>
          <a:chExt cx="0" cy="0"/>
        </a:xfrm>
      </p:grpSpPr>
      <p:sp>
        <p:nvSpPr>
          <p:cNvPr id="307" name="Google Shape;307;p47"/>
          <p:cNvSpPr txBox="1">
            <a:spLocks noGrp="1"/>
          </p:cNvSpPr>
          <p:nvPr>
            <p:ph type="body" idx="1"/>
          </p:nvPr>
        </p:nvSpPr>
        <p:spPr>
          <a:xfrm>
            <a:off x="366725" y="1759093"/>
            <a:ext cx="3838500" cy="11385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308" name="Google Shape;308;p47"/>
          <p:cNvSpPr txBox="1">
            <a:spLocks noGrp="1"/>
          </p:cNvSpPr>
          <p:nvPr>
            <p:ph type="body" idx="2"/>
          </p:nvPr>
        </p:nvSpPr>
        <p:spPr>
          <a:xfrm>
            <a:off x="4938725" y="1759093"/>
            <a:ext cx="3838500" cy="11385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309" name="Google Shape;309;p47"/>
          <p:cNvSpPr txBox="1">
            <a:spLocks noGrp="1"/>
          </p:cNvSpPr>
          <p:nvPr>
            <p:ph type="body" idx="3"/>
          </p:nvPr>
        </p:nvSpPr>
        <p:spPr>
          <a:xfrm>
            <a:off x="366750" y="3648575"/>
            <a:ext cx="3838500" cy="1138500"/>
          </a:xfrm>
          <a:prstGeom prst="rect">
            <a:avLst/>
          </a:prstGeom>
          <a:noFill/>
          <a:ln>
            <a:noFill/>
          </a:ln>
        </p:spPr>
        <p:txBody>
          <a:bodyPr spcFirstLastPara="1" wrap="square" lIns="0" tIns="0" rIns="0" bIns="0" anchor="t" anchorCtr="0">
            <a:spAutoFit/>
          </a:bodyPr>
          <a:lstStyle>
            <a:lvl1pPr marL="457200" lvl="0" indent="-317500" algn="l">
              <a:lnSpc>
                <a:spcPct val="115000"/>
              </a:lnSpc>
              <a:spcBef>
                <a:spcPts val="0"/>
              </a:spcBef>
              <a:spcAft>
                <a:spcPts val="0"/>
              </a:spcAft>
              <a:buSzPts val="1400"/>
              <a:buChar char="●"/>
              <a:defRPr sz="1400"/>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310" name="Google Shape;310;p47"/>
          <p:cNvSpPr txBox="1">
            <a:spLocks noGrp="1"/>
          </p:cNvSpPr>
          <p:nvPr>
            <p:ph type="body" idx="4"/>
          </p:nvPr>
        </p:nvSpPr>
        <p:spPr>
          <a:xfrm>
            <a:off x="4938750" y="3648575"/>
            <a:ext cx="3838500" cy="11385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285750" algn="l">
              <a:lnSpc>
                <a:spcPct val="115000"/>
              </a:lnSpc>
              <a:spcBef>
                <a:spcPts val="0"/>
              </a:spcBef>
              <a:spcAft>
                <a:spcPts val="0"/>
              </a:spcAft>
              <a:buSzPts val="900"/>
              <a:buChar char="○"/>
              <a:defRPr/>
            </a:lvl2pPr>
            <a:lvl3pPr marL="1371600" lvl="2" indent="-285750" algn="l">
              <a:lnSpc>
                <a:spcPct val="115000"/>
              </a:lnSpc>
              <a:spcBef>
                <a:spcPts val="0"/>
              </a:spcBef>
              <a:spcAft>
                <a:spcPts val="0"/>
              </a:spcAft>
              <a:buSzPts val="900"/>
              <a:buChar char="■"/>
              <a:defRPr/>
            </a:lvl3pPr>
            <a:lvl4pPr marL="1828800" lvl="3" indent="-285750" algn="l">
              <a:lnSpc>
                <a:spcPct val="115000"/>
              </a:lnSpc>
              <a:spcBef>
                <a:spcPts val="0"/>
              </a:spcBef>
              <a:spcAft>
                <a:spcPts val="0"/>
              </a:spcAft>
              <a:buSzPts val="900"/>
              <a:buChar char="●"/>
              <a:defRPr/>
            </a:lvl4pPr>
            <a:lvl5pPr marL="2286000" lvl="4" indent="-285750" algn="l">
              <a:lnSpc>
                <a:spcPct val="115000"/>
              </a:lnSpc>
              <a:spcBef>
                <a:spcPts val="0"/>
              </a:spcBef>
              <a:spcAft>
                <a:spcPts val="0"/>
              </a:spcAft>
              <a:buSzPts val="900"/>
              <a:buChar char="○"/>
              <a:defRPr/>
            </a:lvl5pPr>
            <a:lvl6pPr marL="2743200" lvl="5" indent="-285750" algn="l">
              <a:lnSpc>
                <a:spcPct val="115000"/>
              </a:lnSpc>
              <a:spcBef>
                <a:spcPts val="0"/>
              </a:spcBef>
              <a:spcAft>
                <a:spcPts val="0"/>
              </a:spcAft>
              <a:buSzPts val="900"/>
              <a:buChar char="■"/>
              <a:defRPr/>
            </a:lvl6pPr>
            <a:lvl7pPr marL="3200400" lvl="6" indent="-285750" algn="l">
              <a:lnSpc>
                <a:spcPct val="115000"/>
              </a:lnSpc>
              <a:spcBef>
                <a:spcPts val="0"/>
              </a:spcBef>
              <a:spcAft>
                <a:spcPts val="0"/>
              </a:spcAft>
              <a:buSzPts val="900"/>
              <a:buChar char="●"/>
              <a:defRPr/>
            </a:lvl7pPr>
            <a:lvl8pPr marL="3657600" lvl="7" indent="-285750" algn="l">
              <a:lnSpc>
                <a:spcPct val="115000"/>
              </a:lnSpc>
              <a:spcBef>
                <a:spcPts val="0"/>
              </a:spcBef>
              <a:spcAft>
                <a:spcPts val="0"/>
              </a:spcAft>
              <a:buSzPts val="900"/>
              <a:buChar char="○"/>
              <a:defRPr/>
            </a:lvl8pPr>
            <a:lvl9pPr marL="4114800" lvl="8" indent="-285750" algn="l">
              <a:lnSpc>
                <a:spcPct val="115000"/>
              </a:lnSpc>
              <a:spcBef>
                <a:spcPts val="0"/>
              </a:spcBef>
              <a:spcAft>
                <a:spcPts val="0"/>
              </a:spcAft>
              <a:buSzPts val="900"/>
              <a:buChar char="■"/>
              <a:defRPr/>
            </a:lvl9pPr>
          </a:lstStyle>
          <a:p>
            <a:endParaRPr/>
          </a:p>
        </p:txBody>
      </p:sp>
      <p:sp>
        <p:nvSpPr>
          <p:cNvPr id="311" name="Google Shape;311;p47"/>
          <p:cNvSpPr txBox="1">
            <a:spLocks noGrp="1"/>
          </p:cNvSpPr>
          <p:nvPr>
            <p:ph type="title"/>
          </p:nvPr>
        </p:nvSpPr>
        <p:spPr>
          <a:xfrm>
            <a:off x="366750" y="450025"/>
            <a:ext cx="8184600" cy="758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12" name="Google Shape;312;p47"/>
          <p:cNvSpPr txBox="1">
            <a:spLocks noGrp="1"/>
          </p:cNvSpPr>
          <p:nvPr>
            <p:ph type="subTitle" idx="5"/>
          </p:nvPr>
        </p:nvSpPr>
        <p:spPr>
          <a:xfrm>
            <a:off x="366763" y="1277907"/>
            <a:ext cx="38385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313" name="Google Shape;313;p47"/>
          <p:cNvSpPr txBox="1">
            <a:spLocks noGrp="1"/>
          </p:cNvSpPr>
          <p:nvPr>
            <p:ph type="subTitle" idx="6"/>
          </p:nvPr>
        </p:nvSpPr>
        <p:spPr>
          <a:xfrm>
            <a:off x="4938738" y="1277907"/>
            <a:ext cx="38385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314" name="Google Shape;314;p47"/>
          <p:cNvSpPr txBox="1">
            <a:spLocks noGrp="1"/>
          </p:cNvSpPr>
          <p:nvPr>
            <p:ph type="subTitle" idx="7"/>
          </p:nvPr>
        </p:nvSpPr>
        <p:spPr>
          <a:xfrm>
            <a:off x="4938761" y="3167363"/>
            <a:ext cx="38385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
        <p:nvSpPr>
          <p:cNvPr id="315" name="Google Shape;315;p47"/>
          <p:cNvSpPr txBox="1">
            <a:spLocks noGrp="1"/>
          </p:cNvSpPr>
          <p:nvPr>
            <p:ph type="subTitle" idx="8"/>
          </p:nvPr>
        </p:nvSpPr>
        <p:spPr>
          <a:xfrm>
            <a:off x="366750" y="3167363"/>
            <a:ext cx="38385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16"/>
        <p:cNvGrpSpPr/>
        <p:nvPr/>
      </p:nvGrpSpPr>
      <p:grpSpPr>
        <a:xfrm>
          <a:off x="0" y="0"/>
          <a:ext cx="0" cy="0"/>
          <a:chOff x="0" y="0"/>
          <a:chExt cx="0" cy="0"/>
        </a:xfrm>
      </p:grpSpPr>
      <p:sp>
        <p:nvSpPr>
          <p:cNvPr id="317" name="Google Shape;317;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318" name="Google Shape;318;p4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19"/>
        <p:cNvGrpSpPr/>
        <p:nvPr/>
      </p:nvGrpSpPr>
      <p:grpSpPr>
        <a:xfrm>
          <a:off x="0" y="0"/>
          <a:ext cx="0" cy="0"/>
          <a:chOff x="0" y="0"/>
          <a:chExt cx="0" cy="0"/>
        </a:xfrm>
      </p:grpSpPr>
      <p:sp>
        <p:nvSpPr>
          <p:cNvPr id="320" name="Google Shape;320;p49"/>
          <p:cNvSpPr txBox="1">
            <a:spLocks noGrp="1"/>
          </p:cNvSpPr>
          <p:nvPr>
            <p:ph type="body" idx="1"/>
          </p:nvPr>
        </p:nvSpPr>
        <p:spPr>
          <a:xfrm>
            <a:off x="311700" y="4080225"/>
            <a:ext cx="4027500" cy="9261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1" name="Google Shape;321;p49"/>
          <p:cNvSpPr>
            <a:spLocks noGrp="1"/>
          </p:cNvSpPr>
          <p:nvPr>
            <p:ph type="pic" idx="2"/>
          </p:nvPr>
        </p:nvSpPr>
        <p:spPr>
          <a:xfrm>
            <a:off x="4804825" y="1133300"/>
            <a:ext cx="4027500" cy="2392800"/>
          </a:xfrm>
          <a:prstGeom prst="rect">
            <a:avLst/>
          </a:prstGeom>
          <a:noFill/>
          <a:ln>
            <a:noFill/>
          </a:ln>
        </p:spPr>
      </p:sp>
      <p:sp>
        <p:nvSpPr>
          <p:cNvPr id="322" name="Google Shape;322;p49"/>
          <p:cNvSpPr>
            <a:spLocks noGrp="1"/>
          </p:cNvSpPr>
          <p:nvPr>
            <p:ph type="pic" idx="3"/>
          </p:nvPr>
        </p:nvSpPr>
        <p:spPr>
          <a:xfrm>
            <a:off x="311725" y="1133300"/>
            <a:ext cx="4027500" cy="2392800"/>
          </a:xfrm>
          <a:prstGeom prst="rect">
            <a:avLst/>
          </a:prstGeom>
          <a:noFill/>
          <a:ln>
            <a:noFill/>
          </a:ln>
        </p:spPr>
      </p:sp>
      <p:sp>
        <p:nvSpPr>
          <p:cNvPr id="323" name="Google Shape;323;p49"/>
          <p:cNvSpPr txBox="1">
            <a:spLocks noGrp="1"/>
          </p:cNvSpPr>
          <p:nvPr>
            <p:ph type="body" idx="4"/>
          </p:nvPr>
        </p:nvSpPr>
        <p:spPr>
          <a:xfrm>
            <a:off x="4804825" y="4080225"/>
            <a:ext cx="4027500" cy="9261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4" name="Google Shape;324;p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325" name="Google Shape;325;p49"/>
          <p:cNvSpPr txBox="1">
            <a:spLocks noGrp="1"/>
          </p:cNvSpPr>
          <p:nvPr>
            <p:ph type="subTitle" idx="5"/>
          </p:nvPr>
        </p:nvSpPr>
        <p:spPr>
          <a:xfrm>
            <a:off x="311725" y="3582900"/>
            <a:ext cx="40275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a:endParaRPr/>
          </a:p>
        </p:txBody>
      </p:sp>
      <p:sp>
        <p:nvSpPr>
          <p:cNvPr id="326" name="Google Shape;326;p49"/>
          <p:cNvSpPr txBox="1">
            <a:spLocks noGrp="1"/>
          </p:cNvSpPr>
          <p:nvPr>
            <p:ph type="subTitle" idx="6"/>
          </p:nvPr>
        </p:nvSpPr>
        <p:spPr>
          <a:xfrm>
            <a:off x="4804825" y="3582900"/>
            <a:ext cx="40275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27"/>
        <p:cNvGrpSpPr/>
        <p:nvPr/>
      </p:nvGrpSpPr>
      <p:grpSpPr>
        <a:xfrm>
          <a:off x="0" y="0"/>
          <a:ext cx="0" cy="0"/>
          <a:chOff x="0" y="0"/>
          <a:chExt cx="0" cy="0"/>
        </a:xfrm>
      </p:grpSpPr>
      <p:sp>
        <p:nvSpPr>
          <p:cNvPr id="328" name="Google Shape;328;p50"/>
          <p:cNvSpPr txBox="1">
            <a:spLocks noGrp="1"/>
          </p:cNvSpPr>
          <p:nvPr>
            <p:ph type="body" idx="1"/>
          </p:nvPr>
        </p:nvSpPr>
        <p:spPr>
          <a:xfrm>
            <a:off x="311700" y="3911700"/>
            <a:ext cx="2627100" cy="10185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9" name="Google Shape;329;p50"/>
          <p:cNvSpPr>
            <a:spLocks noGrp="1"/>
          </p:cNvSpPr>
          <p:nvPr>
            <p:ph type="pic" idx="2"/>
          </p:nvPr>
        </p:nvSpPr>
        <p:spPr>
          <a:xfrm>
            <a:off x="6205225" y="1128325"/>
            <a:ext cx="2627100" cy="2273100"/>
          </a:xfrm>
          <a:prstGeom prst="rect">
            <a:avLst/>
          </a:prstGeom>
          <a:noFill/>
          <a:ln>
            <a:noFill/>
          </a:ln>
        </p:spPr>
      </p:sp>
      <p:sp>
        <p:nvSpPr>
          <p:cNvPr id="330" name="Google Shape;330;p50"/>
          <p:cNvSpPr>
            <a:spLocks noGrp="1"/>
          </p:cNvSpPr>
          <p:nvPr>
            <p:ph type="pic" idx="3"/>
          </p:nvPr>
        </p:nvSpPr>
        <p:spPr>
          <a:xfrm>
            <a:off x="311725" y="1128325"/>
            <a:ext cx="2627100" cy="2273100"/>
          </a:xfrm>
          <a:prstGeom prst="rect">
            <a:avLst/>
          </a:prstGeom>
          <a:noFill/>
          <a:ln>
            <a:noFill/>
          </a:ln>
        </p:spPr>
      </p:sp>
      <p:sp>
        <p:nvSpPr>
          <p:cNvPr id="331" name="Google Shape;331;p50"/>
          <p:cNvSpPr txBox="1">
            <a:spLocks noGrp="1"/>
          </p:cNvSpPr>
          <p:nvPr>
            <p:ph type="body" idx="4"/>
          </p:nvPr>
        </p:nvSpPr>
        <p:spPr>
          <a:xfrm>
            <a:off x="6205225" y="3911700"/>
            <a:ext cx="2627100" cy="10185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2" name="Google Shape;332;p50"/>
          <p:cNvSpPr>
            <a:spLocks noGrp="1"/>
          </p:cNvSpPr>
          <p:nvPr>
            <p:ph type="pic" idx="5"/>
          </p:nvPr>
        </p:nvSpPr>
        <p:spPr>
          <a:xfrm>
            <a:off x="3255250" y="1128325"/>
            <a:ext cx="2627100" cy="2273100"/>
          </a:xfrm>
          <a:prstGeom prst="rect">
            <a:avLst/>
          </a:prstGeom>
          <a:noFill/>
          <a:ln>
            <a:noFill/>
          </a:ln>
        </p:spPr>
      </p:sp>
      <p:sp>
        <p:nvSpPr>
          <p:cNvPr id="333" name="Google Shape;333;p50"/>
          <p:cNvSpPr txBox="1">
            <a:spLocks noGrp="1"/>
          </p:cNvSpPr>
          <p:nvPr>
            <p:ph type="body" idx="6"/>
          </p:nvPr>
        </p:nvSpPr>
        <p:spPr>
          <a:xfrm>
            <a:off x="3255250" y="3911700"/>
            <a:ext cx="2627100" cy="1018500"/>
          </a:xfrm>
          <a:prstGeom prst="rect">
            <a:avLst/>
          </a:prstGeom>
          <a:noFill/>
          <a:ln>
            <a:noFill/>
          </a:ln>
        </p:spPr>
        <p:txBody>
          <a:bodyPr spcFirstLastPara="1" wrap="square" lIns="0" tIns="0" rIns="0" bIns="0" anchor="t" anchorCtr="0">
            <a:sp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4" name="Google Shape;334;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335" name="Google Shape;335;p50"/>
          <p:cNvSpPr txBox="1">
            <a:spLocks noGrp="1"/>
          </p:cNvSpPr>
          <p:nvPr>
            <p:ph type="subTitle" idx="7"/>
          </p:nvPr>
        </p:nvSpPr>
        <p:spPr>
          <a:xfrm>
            <a:off x="311725" y="3430500"/>
            <a:ext cx="26271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a:endParaRPr/>
          </a:p>
        </p:txBody>
      </p:sp>
      <p:sp>
        <p:nvSpPr>
          <p:cNvPr id="336" name="Google Shape;336;p50"/>
          <p:cNvSpPr txBox="1">
            <a:spLocks noGrp="1"/>
          </p:cNvSpPr>
          <p:nvPr>
            <p:ph type="subTitle" idx="8"/>
          </p:nvPr>
        </p:nvSpPr>
        <p:spPr>
          <a:xfrm>
            <a:off x="6205225" y="3430500"/>
            <a:ext cx="26271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a:endParaRPr/>
          </a:p>
        </p:txBody>
      </p:sp>
      <p:sp>
        <p:nvSpPr>
          <p:cNvPr id="337" name="Google Shape;337;p50"/>
          <p:cNvSpPr txBox="1">
            <a:spLocks noGrp="1"/>
          </p:cNvSpPr>
          <p:nvPr>
            <p:ph type="subTitle" idx="9"/>
          </p:nvPr>
        </p:nvSpPr>
        <p:spPr>
          <a:xfrm>
            <a:off x="3255250" y="3430500"/>
            <a:ext cx="2627100" cy="481200"/>
          </a:xfrm>
          <a:prstGeom prst="rect">
            <a:avLst/>
          </a:prstGeom>
          <a:noFill/>
          <a:ln>
            <a:noFill/>
          </a:ln>
        </p:spPr>
        <p:txBody>
          <a:bodyPr spcFirstLastPara="1" wrap="square" lIns="0" tIns="0" rIns="0" bIns="0" anchor="t" anchorCtr="0">
            <a:noAutofit/>
          </a:bodyPr>
          <a:lstStyle>
            <a:lvl1pPr lvl="0" algn="l">
              <a:lnSpc>
                <a:spcPct val="115000"/>
              </a:lnSpc>
              <a:spcBef>
                <a:spcPts val="0"/>
              </a:spcBef>
              <a:spcAft>
                <a:spcPts val="0"/>
              </a:spcAft>
              <a:buSzPts val="8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38"/>
        <p:cNvGrpSpPr/>
        <p:nvPr/>
      </p:nvGrpSpPr>
      <p:grpSpPr>
        <a:xfrm>
          <a:off x="0" y="0"/>
          <a:ext cx="0" cy="0"/>
          <a:chOff x="0" y="0"/>
          <a:chExt cx="0" cy="0"/>
        </a:xfrm>
      </p:grpSpPr>
      <p:sp>
        <p:nvSpPr>
          <p:cNvPr id="339" name="Google Shape;339;p5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40"/>
        <p:cNvGrpSpPr/>
        <p:nvPr/>
      </p:nvGrpSpPr>
      <p:grpSpPr>
        <a:xfrm>
          <a:off x="0" y="0"/>
          <a:ext cx="0" cy="0"/>
          <a:chOff x="0" y="0"/>
          <a:chExt cx="0" cy="0"/>
        </a:xfrm>
      </p:grpSpPr>
      <p:sp>
        <p:nvSpPr>
          <p:cNvPr id="341" name="Google Shape;341;p52"/>
          <p:cNvSpPr>
            <a:spLocks noGrp="1"/>
          </p:cNvSpPr>
          <p:nvPr>
            <p:ph type="pic" idx="2"/>
          </p:nvPr>
        </p:nvSpPr>
        <p:spPr>
          <a:xfrm>
            <a:off x="3389600" y="118913"/>
            <a:ext cx="1643700" cy="1535100"/>
          </a:xfrm>
          <a:prstGeom prst="rect">
            <a:avLst/>
          </a:prstGeom>
          <a:noFill/>
          <a:ln>
            <a:noFill/>
          </a:ln>
        </p:spPr>
      </p:sp>
      <p:sp>
        <p:nvSpPr>
          <p:cNvPr id="342" name="Google Shape;342;p52"/>
          <p:cNvSpPr>
            <a:spLocks noGrp="1"/>
          </p:cNvSpPr>
          <p:nvPr>
            <p:ph type="pic" idx="3"/>
          </p:nvPr>
        </p:nvSpPr>
        <p:spPr>
          <a:xfrm>
            <a:off x="5195935" y="118913"/>
            <a:ext cx="1643700" cy="1535100"/>
          </a:xfrm>
          <a:prstGeom prst="rect">
            <a:avLst/>
          </a:prstGeom>
          <a:noFill/>
          <a:ln>
            <a:noFill/>
          </a:ln>
        </p:spPr>
      </p:sp>
      <p:sp>
        <p:nvSpPr>
          <p:cNvPr id="343" name="Google Shape;343;p52"/>
          <p:cNvSpPr>
            <a:spLocks noGrp="1"/>
          </p:cNvSpPr>
          <p:nvPr>
            <p:ph type="pic" idx="4"/>
          </p:nvPr>
        </p:nvSpPr>
        <p:spPr>
          <a:xfrm>
            <a:off x="7002270" y="118913"/>
            <a:ext cx="1643700" cy="1535100"/>
          </a:xfrm>
          <a:prstGeom prst="rect">
            <a:avLst/>
          </a:prstGeom>
          <a:noFill/>
          <a:ln>
            <a:noFill/>
          </a:ln>
        </p:spPr>
      </p:sp>
      <p:sp>
        <p:nvSpPr>
          <p:cNvPr id="344" name="Google Shape;344;p52"/>
          <p:cNvSpPr>
            <a:spLocks noGrp="1"/>
          </p:cNvSpPr>
          <p:nvPr>
            <p:ph type="pic" idx="5"/>
          </p:nvPr>
        </p:nvSpPr>
        <p:spPr>
          <a:xfrm>
            <a:off x="3389588" y="1804212"/>
            <a:ext cx="1643700" cy="1535100"/>
          </a:xfrm>
          <a:prstGeom prst="rect">
            <a:avLst/>
          </a:prstGeom>
          <a:noFill/>
          <a:ln>
            <a:noFill/>
          </a:ln>
        </p:spPr>
      </p:sp>
      <p:sp>
        <p:nvSpPr>
          <p:cNvPr id="345" name="Google Shape;345;p52"/>
          <p:cNvSpPr>
            <a:spLocks noGrp="1"/>
          </p:cNvSpPr>
          <p:nvPr>
            <p:ph type="pic" idx="6"/>
          </p:nvPr>
        </p:nvSpPr>
        <p:spPr>
          <a:xfrm>
            <a:off x="5195922" y="1804212"/>
            <a:ext cx="1643700" cy="1535100"/>
          </a:xfrm>
          <a:prstGeom prst="rect">
            <a:avLst/>
          </a:prstGeom>
          <a:noFill/>
          <a:ln>
            <a:noFill/>
          </a:ln>
        </p:spPr>
      </p:sp>
      <p:sp>
        <p:nvSpPr>
          <p:cNvPr id="346" name="Google Shape;346;p52"/>
          <p:cNvSpPr>
            <a:spLocks noGrp="1"/>
          </p:cNvSpPr>
          <p:nvPr>
            <p:ph type="pic" idx="7"/>
          </p:nvPr>
        </p:nvSpPr>
        <p:spPr>
          <a:xfrm>
            <a:off x="7002257" y="1804212"/>
            <a:ext cx="1643700" cy="1535100"/>
          </a:xfrm>
          <a:prstGeom prst="rect">
            <a:avLst/>
          </a:prstGeom>
          <a:noFill/>
          <a:ln>
            <a:noFill/>
          </a:ln>
        </p:spPr>
      </p:sp>
      <p:sp>
        <p:nvSpPr>
          <p:cNvPr id="347" name="Google Shape;347;p52"/>
          <p:cNvSpPr txBox="1">
            <a:spLocks noGrp="1"/>
          </p:cNvSpPr>
          <p:nvPr>
            <p:ph type="title"/>
          </p:nvPr>
        </p:nvSpPr>
        <p:spPr>
          <a:xfrm>
            <a:off x="351550" y="445025"/>
            <a:ext cx="2596800" cy="1706400"/>
          </a:xfrm>
          <a:prstGeom prst="rect">
            <a:avLst/>
          </a:prstGeom>
          <a:noFill/>
          <a:ln>
            <a:noFill/>
          </a:ln>
        </p:spPr>
        <p:txBody>
          <a:bodyPr spcFirstLastPara="1" wrap="square" lIns="91425" tIns="91425" rIns="91425" bIns="91425" anchor="t" anchorCtr="0">
            <a:sp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4800"/>
              <a:buNone/>
              <a:defRPr/>
            </a:lvl2pPr>
            <a:lvl3pPr lvl="2" algn="l">
              <a:lnSpc>
                <a:spcPct val="100000"/>
              </a:lnSpc>
              <a:spcBef>
                <a:spcPts val="0"/>
              </a:spcBef>
              <a:spcAft>
                <a:spcPts val="0"/>
              </a:spcAft>
              <a:buSzPts val="4800"/>
              <a:buNone/>
              <a:defRPr/>
            </a:lvl3pPr>
            <a:lvl4pPr lvl="3" algn="l">
              <a:lnSpc>
                <a:spcPct val="100000"/>
              </a:lnSpc>
              <a:spcBef>
                <a:spcPts val="0"/>
              </a:spcBef>
              <a:spcAft>
                <a:spcPts val="0"/>
              </a:spcAft>
              <a:buSzPts val="4800"/>
              <a:buNone/>
              <a:defRPr/>
            </a:lvl4pPr>
            <a:lvl5pPr lvl="4" algn="l">
              <a:lnSpc>
                <a:spcPct val="100000"/>
              </a:lnSpc>
              <a:spcBef>
                <a:spcPts val="0"/>
              </a:spcBef>
              <a:spcAft>
                <a:spcPts val="0"/>
              </a:spcAft>
              <a:buSzPts val="4800"/>
              <a:buNone/>
              <a:defRPr/>
            </a:lvl5pPr>
            <a:lvl6pPr lvl="5" algn="l">
              <a:lnSpc>
                <a:spcPct val="100000"/>
              </a:lnSpc>
              <a:spcBef>
                <a:spcPts val="0"/>
              </a:spcBef>
              <a:spcAft>
                <a:spcPts val="0"/>
              </a:spcAft>
              <a:buSzPts val="4800"/>
              <a:buNone/>
              <a:defRPr/>
            </a:lvl6pPr>
            <a:lvl7pPr lvl="6" algn="l">
              <a:lnSpc>
                <a:spcPct val="100000"/>
              </a:lnSpc>
              <a:spcBef>
                <a:spcPts val="0"/>
              </a:spcBef>
              <a:spcAft>
                <a:spcPts val="0"/>
              </a:spcAft>
              <a:buSzPts val="4800"/>
              <a:buNone/>
              <a:defRPr/>
            </a:lvl7pPr>
            <a:lvl8pPr lvl="7" algn="l">
              <a:lnSpc>
                <a:spcPct val="100000"/>
              </a:lnSpc>
              <a:spcBef>
                <a:spcPts val="0"/>
              </a:spcBef>
              <a:spcAft>
                <a:spcPts val="0"/>
              </a:spcAft>
              <a:buSzPts val="4800"/>
              <a:buNone/>
              <a:defRPr/>
            </a:lvl8pPr>
            <a:lvl9pPr lvl="8" algn="l">
              <a:lnSpc>
                <a:spcPct val="100000"/>
              </a:lnSpc>
              <a:spcBef>
                <a:spcPts val="0"/>
              </a:spcBef>
              <a:spcAft>
                <a:spcPts val="0"/>
              </a:spcAft>
              <a:buSzPts val="4800"/>
              <a:buNone/>
              <a:defRPr/>
            </a:lvl9pPr>
          </a:lstStyle>
          <a:p>
            <a:endParaRPr/>
          </a:p>
        </p:txBody>
      </p:sp>
      <p:sp>
        <p:nvSpPr>
          <p:cNvPr id="348" name="Google Shape;348;p52"/>
          <p:cNvSpPr>
            <a:spLocks noGrp="1"/>
          </p:cNvSpPr>
          <p:nvPr>
            <p:ph type="pic" idx="8"/>
          </p:nvPr>
        </p:nvSpPr>
        <p:spPr>
          <a:xfrm>
            <a:off x="3389588" y="3489487"/>
            <a:ext cx="1643700" cy="1535100"/>
          </a:xfrm>
          <a:prstGeom prst="rect">
            <a:avLst/>
          </a:prstGeom>
          <a:noFill/>
          <a:ln>
            <a:noFill/>
          </a:ln>
        </p:spPr>
      </p:sp>
      <p:sp>
        <p:nvSpPr>
          <p:cNvPr id="349" name="Google Shape;349;p52"/>
          <p:cNvSpPr>
            <a:spLocks noGrp="1"/>
          </p:cNvSpPr>
          <p:nvPr>
            <p:ph type="pic" idx="9"/>
          </p:nvPr>
        </p:nvSpPr>
        <p:spPr>
          <a:xfrm>
            <a:off x="5195922" y="3489487"/>
            <a:ext cx="1643700" cy="1535100"/>
          </a:xfrm>
          <a:prstGeom prst="rect">
            <a:avLst/>
          </a:prstGeom>
          <a:noFill/>
          <a:ln>
            <a:noFill/>
          </a:ln>
        </p:spPr>
      </p:sp>
      <p:sp>
        <p:nvSpPr>
          <p:cNvPr id="350" name="Google Shape;350;p5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3"/>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body" idx="1"/>
          </p:nvPr>
        </p:nvSpPr>
        <p:spPr>
          <a:xfrm>
            <a:off x="256025" y="2647675"/>
            <a:ext cx="3639600" cy="2239800"/>
          </a:xfrm>
          <a:prstGeom prst="rect">
            <a:avLst/>
          </a:prstGeom>
          <a:noFill/>
          <a:ln>
            <a:noFill/>
          </a:ln>
        </p:spPr>
        <p:txBody>
          <a:bodyPr spcFirstLastPara="1" wrap="square" lIns="0" tIns="0" rIns="0" bIns="0" anchor="t" anchorCtr="0">
            <a:spAutoFit/>
          </a:bodyPr>
          <a:lstStyle>
            <a:lvl1pPr marL="457200" marR="0" lvl="0"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1pPr>
            <a:lvl2pPr marL="914400" marR="0" lvl="1"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2pPr>
            <a:lvl3pPr marL="1371600" marR="0" lvl="2"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3pPr>
            <a:lvl4pPr marL="1828800" marR="0" lvl="3"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4pPr>
            <a:lvl5pPr marL="2286000" marR="0" lvl="4"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5pPr>
            <a:lvl6pPr marL="2743200" marR="0" lvl="5"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6pPr>
            <a:lvl7pPr marL="3200400" marR="0" lvl="6"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7pPr>
            <a:lvl8pPr marL="3657600" marR="0" lvl="7"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8pPr>
            <a:lvl9pPr marL="4114800" marR="0" lvl="8" indent="-285750" algn="l" rtl="0">
              <a:lnSpc>
                <a:spcPct val="115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9pPr>
          </a:lstStyle>
          <a:p>
            <a:endParaRPr/>
          </a:p>
        </p:txBody>
      </p:sp>
      <p:sp>
        <p:nvSpPr>
          <p:cNvPr id="7" name="Google Shape;7;p11"/>
          <p:cNvSpPr txBox="1">
            <a:spLocks noGrp="1"/>
          </p:cNvSpPr>
          <p:nvPr>
            <p:ph type="title"/>
          </p:nvPr>
        </p:nvSpPr>
        <p:spPr>
          <a:xfrm>
            <a:off x="256025" y="499600"/>
            <a:ext cx="5366700" cy="12489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4800"/>
              <a:buFont typeface="Source Serif 4"/>
              <a:buNone/>
              <a:defRPr sz="4800" b="0" i="1" u="none" strike="noStrike" cap="none">
                <a:solidFill>
                  <a:schemeClr val="dk1"/>
                </a:solidFill>
                <a:latin typeface="Source Serif 4"/>
                <a:ea typeface="Source Serif 4"/>
                <a:cs typeface="Source Serif 4"/>
                <a:sym typeface="Source Serif 4"/>
              </a:defRPr>
            </a:lvl1pPr>
            <a:lvl2pPr marR="0" lvl="1"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2pPr>
            <a:lvl3pPr marR="0" lvl="2"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3pPr>
            <a:lvl4pPr marR="0" lvl="3"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4pPr>
            <a:lvl5pPr marR="0" lvl="4"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5pPr>
            <a:lvl6pPr marR="0" lvl="5"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6pPr>
            <a:lvl7pPr marR="0" lvl="6"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7pPr>
            <a:lvl8pPr marR="0" lvl="7"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8pPr>
            <a:lvl9pPr marR="0" lvl="8" algn="l" rtl="0">
              <a:lnSpc>
                <a:spcPct val="100000"/>
              </a:lnSpc>
              <a:spcBef>
                <a:spcPts val="0"/>
              </a:spcBef>
              <a:spcAft>
                <a:spcPts val="0"/>
              </a:spcAft>
              <a:buClr>
                <a:schemeClr val="dk1"/>
              </a:buClr>
              <a:buSzPts val="4800"/>
              <a:buFont typeface="Source Serif 4"/>
              <a:buNone/>
              <a:defRPr sz="4800" b="0" i="0" u="none" strike="noStrike" cap="none">
                <a:solidFill>
                  <a:schemeClr val="dk1"/>
                </a:solidFill>
                <a:latin typeface="Source Serif 4"/>
                <a:ea typeface="Source Serif 4"/>
                <a:cs typeface="Source Serif 4"/>
                <a:sym typeface="Source Serif 4"/>
              </a:defRPr>
            </a:lvl9pPr>
          </a:lstStyle>
          <a:p>
            <a:endParaRPr/>
          </a:p>
        </p:txBody>
      </p:sp>
      <p:sp>
        <p:nvSpPr>
          <p:cNvPr id="8" name="Google Shape;8;p11"/>
          <p:cNvSpPr txBox="1">
            <a:spLocks noGrp="1"/>
          </p:cNvSpPr>
          <p:nvPr>
            <p:ph type="body" idx="2"/>
          </p:nvPr>
        </p:nvSpPr>
        <p:spPr>
          <a:xfrm>
            <a:off x="4564425" y="2634200"/>
            <a:ext cx="3565200" cy="1566900"/>
          </a:xfrm>
          <a:prstGeom prst="rect">
            <a:avLst/>
          </a:prstGeom>
          <a:noFill/>
          <a:ln>
            <a:noFill/>
          </a:ln>
        </p:spPr>
        <p:txBody>
          <a:bodyPr spcFirstLastPara="1" wrap="square" lIns="91425" tIns="91425" rIns="91425" bIns="91425" anchor="t" anchorCtr="0">
            <a:noAutofit/>
          </a:bodyPr>
          <a:lstStyle>
            <a:lvl1pPr marL="457200" marR="0" lvl="0"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1pPr>
            <a:lvl2pPr marL="914400" marR="0" lvl="1"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2pPr>
            <a:lvl3pPr marL="1371600" marR="0" lvl="2"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3pPr>
            <a:lvl4pPr marL="1828800" marR="0" lvl="3"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4pPr>
            <a:lvl5pPr marL="2286000" marR="0" lvl="4"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5pPr>
            <a:lvl6pPr marL="2743200" marR="0" lvl="5"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6pPr>
            <a:lvl7pPr marL="3200400" marR="0" lvl="6"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7pPr>
            <a:lvl8pPr marL="3657600" marR="0" lvl="7"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8pPr>
            <a:lvl9pPr marL="4114800" marR="0" lvl="8" indent="-285750" algn="l" rtl="0">
              <a:lnSpc>
                <a:spcPct val="100000"/>
              </a:lnSpc>
              <a:spcBef>
                <a:spcPts val="0"/>
              </a:spcBef>
              <a:spcAft>
                <a:spcPts val="0"/>
              </a:spcAft>
              <a:buClr>
                <a:schemeClr val="lt2"/>
              </a:buClr>
              <a:buSzPts val="900"/>
              <a:buFont typeface="Montserrat"/>
              <a:buChar char="■"/>
              <a:defRPr sz="900" b="0" i="0" u="none" strike="noStrike" cap="none">
                <a:solidFill>
                  <a:schemeClr val="lt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archive.ics.uci.edu/dataset/320/student%2Bperforman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
          <p:cNvSpPr txBox="1">
            <a:spLocks noGrp="1"/>
          </p:cNvSpPr>
          <p:nvPr>
            <p:ph type="title" idx="4"/>
          </p:nvPr>
        </p:nvSpPr>
        <p:spPr>
          <a:xfrm>
            <a:off x="256050" y="256025"/>
            <a:ext cx="7935713" cy="979982"/>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SzPts val="6000"/>
              <a:buNone/>
            </a:pPr>
            <a:r>
              <a:rPr lang="en" i="0">
                <a:solidFill>
                  <a:srgbClr val="4BACFE"/>
                </a:solidFill>
              </a:rPr>
              <a:t>Student Performance</a:t>
            </a:r>
            <a:endParaRPr>
              <a:solidFill>
                <a:srgbClr val="4BACFE"/>
              </a:solidFill>
              <a:latin typeface="Source Serif 4"/>
              <a:ea typeface="Source Serif 4"/>
              <a:cs typeface="Source Serif 4"/>
              <a:sym typeface="Source Serif 4"/>
            </a:endParaRPr>
          </a:p>
        </p:txBody>
      </p:sp>
      <p:sp>
        <p:nvSpPr>
          <p:cNvPr id="356" name="Google Shape;356;p1"/>
          <p:cNvSpPr txBox="1">
            <a:spLocks noGrp="1"/>
          </p:cNvSpPr>
          <p:nvPr>
            <p:ph type="title" idx="3"/>
          </p:nvPr>
        </p:nvSpPr>
        <p:spPr>
          <a:xfrm>
            <a:off x="256050" y="3800525"/>
            <a:ext cx="3332100" cy="1386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900"/>
              <a:buNone/>
            </a:pPr>
            <a:r>
              <a:rPr lang="en" i="0"/>
              <a:t>Colin Haley</a:t>
            </a:r>
            <a:endParaRPr i="0"/>
          </a:p>
        </p:txBody>
      </p:sp>
      <p:sp>
        <p:nvSpPr>
          <p:cNvPr id="357" name="Google Shape;357;p1"/>
          <p:cNvSpPr txBox="1">
            <a:spLocks noGrp="1"/>
          </p:cNvSpPr>
          <p:nvPr>
            <p:ph type="subTitle" idx="1"/>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August 2026</a:t>
            </a:r>
            <a:endParaRPr>
              <a:solidFill>
                <a:schemeClr val="lt2"/>
              </a:solidFill>
            </a:endParaRPr>
          </a:p>
        </p:txBody>
      </p:sp>
      <p:cxnSp>
        <p:nvCxnSpPr>
          <p:cNvPr id="358" name="Google Shape;358;p1"/>
          <p:cNvCxnSpPr/>
          <p:nvPr/>
        </p:nvCxnSpPr>
        <p:spPr>
          <a:xfrm>
            <a:off x="3297300" y="3618375"/>
            <a:ext cx="5846700" cy="0"/>
          </a:xfrm>
          <a:prstGeom prst="straightConnector1">
            <a:avLst/>
          </a:prstGeom>
          <a:noFill/>
          <a:ln w="9525" cap="flat" cmpd="sng">
            <a:solidFill>
              <a:schemeClr val="accent3"/>
            </a:solidFill>
            <a:prstDash val="solid"/>
            <a:round/>
            <a:headEnd type="none" w="sm" len="sm"/>
            <a:tailEnd type="none" w="sm" len="sm"/>
          </a:ln>
        </p:spPr>
      </p:cxnSp>
      <p:sp>
        <p:nvSpPr>
          <p:cNvPr id="359" name="Google Shape;359;p1"/>
          <p:cNvSpPr/>
          <p:nvPr/>
        </p:nvSpPr>
        <p:spPr>
          <a:xfrm>
            <a:off x="6093575" y="2093150"/>
            <a:ext cx="3050400" cy="30504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sp>
        <p:nvSpPr>
          <p:cNvPr id="360" name="Google Shape;360;p1"/>
          <p:cNvSpPr/>
          <p:nvPr/>
        </p:nvSpPr>
        <p:spPr>
          <a:xfrm flipH="1">
            <a:off x="8338700" y="2810925"/>
            <a:ext cx="1614900" cy="1614900"/>
          </a:xfrm>
          <a:prstGeom prst="arc">
            <a:avLst>
              <a:gd name="adj1" fmla="val 16200000"/>
              <a:gd name="adj2" fmla="val 5413833"/>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Montserrat"/>
              <a:ea typeface="Montserrat"/>
              <a:cs typeface="Montserrat"/>
              <a:sym typeface="Montserrat"/>
            </a:endParaRPr>
          </a:p>
        </p:txBody>
      </p:sp>
      <p:pic>
        <p:nvPicPr>
          <p:cNvPr id="361" name="Google Shape;361;p1"/>
          <p:cNvPicPr preferRelativeResize="0"/>
          <p:nvPr/>
        </p:nvPicPr>
        <p:blipFill rotWithShape="1">
          <a:blip r:embed="rId3">
            <a:alphaModFix/>
          </a:blip>
          <a:srcRect/>
          <a:stretch/>
        </p:blipFill>
        <p:spPr>
          <a:xfrm>
            <a:off x="3945753" y="2059812"/>
            <a:ext cx="4879251" cy="2744587"/>
          </a:xfrm>
          <a:prstGeom prst="rect">
            <a:avLst/>
          </a:prstGeom>
          <a:noFill/>
          <a:ln>
            <a:noFill/>
          </a:ln>
          <a:effectLst>
            <a:outerShdw blurRad="357188" algn="bl" rotWithShape="0">
              <a:srgbClr val="000000">
                <a:alpha val="56078"/>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2"/>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Agenda</a:t>
            </a:r>
            <a:endParaRPr>
              <a:solidFill>
                <a:srgbClr val="4BACFE"/>
              </a:solidFill>
            </a:endParaRPr>
          </a:p>
        </p:txBody>
      </p:sp>
      <p:cxnSp>
        <p:nvCxnSpPr>
          <p:cNvPr id="367" name="Google Shape;367;p2"/>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368" name="Google Shape;368;p2"/>
          <p:cNvSpPr txBox="1"/>
          <p:nvPr/>
        </p:nvSpPr>
        <p:spPr>
          <a:xfrm>
            <a:off x="4937475" y="2686950"/>
            <a:ext cx="4308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4800"/>
              <a:buFont typeface="Source Serif 4"/>
              <a:buNone/>
            </a:pPr>
            <a:r>
              <a:rPr lang="en" sz="900" b="0" i="1" u="none" strike="noStrike" cap="none">
                <a:solidFill>
                  <a:srgbClr val="4BACFE"/>
                </a:solidFill>
                <a:latin typeface="Montserrat"/>
                <a:ea typeface="Montserrat"/>
                <a:cs typeface="Montserrat"/>
                <a:sym typeface="Montserrat"/>
              </a:rPr>
              <a:t>3-5</a:t>
            </a:r>
            <a:endParaRPr sz="1400" b="0" i="0" u="none" strike="noStrike" cap="none">
              <a:solidFill>
                <a:srgbClr val="000000"/>
              </a:solidFill>
              <a:latin typeface="Arial"/>
              <a:ea typeface="Arial"/>
              <a:cs typeface="Arial"/>
              <a:sym typeface="Arial"/>
            </a:endParaRPr>
          </a:p>
        </p:txBody>
      </p:sp>
      <p:sp>
        <p:nvSpPr>
          <p:cNvPr id="369" name="Google Shape;369;p2"/>
          <p:cNvSpPr txBox="1">
            <a:spLocks noGrp="1"/>
          </p:cNvSpPr>
          <p:nvPr>
            <p:ph type="subTitle" idx="4"/>
          </p:nvPr>
        </p:nvSpPr>
        <p:spPr>
          <a:xfrm>
            <a:off x="4994475" y="3314836"/>
            <a:ext cx="316800" cy="184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900"/>
              <a:buNone/>
            </a:pPr>
            <a:r>
              <a:rPr lang="en" sz="900">
                <a:solidFill>
                  <a:srgbClr val="4BACFE"/>
                </a:solidFill>
              </a:rPr>
              <a:t>6</a:t>
            </a:r>
            <a:endParaRPr sz="900">
              <a:solidFill>
                <a:srgbClr val="4BACFE"/>
              </a:solidFill>
            </a:endParaRPr>
          </a:p>
        </p:txBody>
      </p:sp>
      <p:sp>
        <p:nvSpPr>
          <p:cNvPr id="370" name="Google Shape;370;p2"/>
          <p:cNvSpPr txBox="1"/>
          <p:nvPr/>
        </p:nvSpPr>
        <p:spPr>
          <a:xfrm>
            <a:off x="4937350" y="3942711"/>
            <a:ext cx="3168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4800"/>
              <a:buFont typeface="Source Serif 4"/>
              <a:buNone/>
            </a:pPr>
            <a:r>
              <a:rPr lang="en" sz="900" b="0" i="1" u="none" strike="noStrike" cap="none">
                <a:solidFill>
                  <a:srgbClr val="4BACFE"/>
                </a:solidFill>
                <a:latin typeface="Montserrat"/>
                <a:ea typeface="Montserrat"/>
                <a:cs typeface="Montserrat"/>
                <a:sym typeface="Montserrat"/>
              </a:rPr>
              <a:t>7-13</a:t>
            </a:r>
            <a:endParaRPr sz="1400" b="0" i="0" u="none" strike="noStrike" cap="none">
              <a:solidFill>
                <a:srgbClr val="000000"/>
              </a:solidFill>
              <a:latin typeface="Arial"/>
              <a:ea typeface="Arial"/>
              <a:cs typeface="Arial"/>
              <a:sym typeface="Arial"/>
            </a:endParaRPr>
          </a:p>
        </p:txBody>
      </p:sp>
      <p:sp>
        <p:nvSpPr>
          <p:cNvPr id="371" name="Google Shape;371;p2"/>
          <p:cNvSpPr txBox="1">
            <a:spLocks noGrp="1"/>
          </p:cNvSpPr>
          <p:nvPr>
            <p:ph type="subTitle" idx="6"/>
          </p:nvPr>
        </p:nvSpPr>
        <p:spPr>
          <a:xfrm>
            <a:off x="4994475" y="4570586"/>
            <a:ext cx="316800" cy="184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900"/>
              <a:buNone/>
            </a:pPr>
            <a:r>
              <a:rPr lang="en" sz="900">
                <a:solidFill>
                  <a:srgbClr val="4BACFE"/>
                </a:solidFill>
              </a:rPr>
              <a:t>14</a:t>
            </a:r>
            <a:endParaRPr sz="900">
              <a:solidFill>
                <a:srgbClr val="4BACFE"/>
              </a:solidFill>
            </a:endParaRPr>
          </a:p>
        </p:txBody>
      </p:sp>
      <p:sp>
        <p:nvSpPr>
          <p:cNvPr id="372" name="Google Shape;372;p2"/>
          <p:cNvSpPr txBox="1"/>
          <p:nvPr/>
        </p:nvSpPr>
        <p:spPr>
          <a:xfrm>
            <a:off x="5343675" y="2059086"/>
            <a:ext cx="35445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Data Description</a:t>
            </a:r>
            <a:endParaRPr sz="1400" b="0" i="0" u="none" strike="noStrike" cap="none">
              <a:solidFill>
                <a:srgbClr val="000000"/>
              </a:solidFill>
              <a:latin typeface="Arial"/>
              <a:ea typeface="Arial"/>
              <a:cs typeface="Arial"/>
              <a:sym typeface="Arial"/>
            </a:endParaRPr>
          </a:p>
        </p:txBody>
      </p:sp>
      <p:sp>
        <p:nvSpPr>
          <p:cNvPr id="373" name="Google Shape;373;p2"/>
          <p:cNvSpPr txBox="1"/>
          <p:nvPr/>
        </p:nvSpPr>
        <p:spPr>
          <a:xfrm>
            <a:off x="5343675" y="3314836"/>
            <a:ext cx="35445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Methodology</a:t>
            </a:r>
            <a:endParaRPr sz="1400" b="0" i="0" u="none" strike="noStrike" cap="none">
              <a:solidFill>
                <a:srgbClr val="000000"/>
              </a:solidFill>
              <a:latin typeface="Arial"/>
              <a:ea typeface="Arial"/>
              <a:cs typeface="Arial"/>
              <a:sym typeface="Arial"/>
            </a:endParaRPr>
          </a:p>
        </p:txBody>
      </p:sp>
      <p:sp>
        <p:nvSpPr>
          <p:cNvPr id="374" name="Google Shape;374;p2"/>
          <p:cNvSpPr txBox="1"/>
          <p:nvPr/>
        </p:nvSpPr>
        <p:spPr>
          <a:xfrm>
            <a:off x="5343675" y="3942711"/>
            <a:ext cx="35445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Results and Findings</a:t>
            </a:r>
            <a:endParaRPr sz="1400" b="0" i="0" u="none" strike="noStrike" cap="none">
              <a:solidFill>
                <a:srgbClr val="000000"/>
              </a:solidFill>
              <a:latin typeface="Arial"/>
              <a:ea typeface="Arial"/>
              <a:cs typeface="Arial"/>
              <a:sym typeface="Arial"/>
            </a:endParaRPr>
          </a:p>
        </p:txBody>
      </p:sp>
      <p:sp>
        <p:nvSpPr>
          <p:cNvPr id="375" name="Google Shape;375;p2"/>
          <p:cNvSpPr txBox="1"/>
          <p:nvPr/>
        </p:nvSpPr>
        <p:spPr>
          <a:xfrm>
            <a:off x="5343675" y="4570586"/>
            <a:ext cx="35445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Conclusion</a:t>
            </a:r>
            <a:endParaRPr sz="1400" b="0" i="0" u="none" strike="noStrike" cap="none">
              <a:solidFill>
                <a:srgbClr val="000000"/>
              </a:solidFill>
              <a:latin typeface="Arial"/>
              <a:ea typeface="Arial"/>
              <a:cs typeface="Arial"/>
              <a:sym typeface="Arial"/>
            </a:endParaRPr>
          </a:p>
        </p:txBody>
      </p:sp>
      <p:sp>
        <p:nvSpPr>
          <p:cNvPr id="376" name="Google Shape;376;p2"/>
          <p:cNvSpPr txBox="1"/>
          <p:nvPr/>
        </p:nvSpPr>
        <p:spPr>
          <a:xfrm>
            <a:off x="4994275" y="1431211"/>
            <a:ext cx="316800" cy="1848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chemeClr val="lt2"/>
              </a:buClr>
              <a:buSzPts val="900"/>
              <a:buFont typeface="Montserrat"/>
              <a:buNone/>
            </a:pPr>
            <a:r>
              <a:rPr lang="en" sz="900" b="0" i="0" u="none" strike="noStrike" cap="none">
                <a:solidFill>
                  <a:srgbClr val="4BACFE"/>
                </a:solidFill>
                <a:latin typeface="Montserrat"/>
                <a:ea typeface="Montserrat"/>
                <a:cs typeface="Montserrat"/>
                <a:sym typeface="Montserrat"/>
              </a:rPr>
              <a:t>1</a:t>
            </a:r>
            <a:endParaRPr sz="900" b="0" i="0" u="none" strike="noStrike" cap="none">
              <a:solidFill>
                <a:srgbClr val="4BACFE"/>
              </a:solidFill>
              <a:latin typeface="Montserrat"/>
              <a:ea typeface="Montserrat"/>
              <a:cs typeface="Montserrat"/>
              <a:sym typeface="Montserrat"/>
            </a:endParaRPr>
          </a:p>
        </p:txBody>
      </p:sp>
      <p:sp>
        <p:nvSpPr>
          <p:cNvPr id="377" name="Google Shape;377;p2"/>
          <p:cNvSpPr txBox="1"/>
          <p:nvPr/>
        </p:nvSpPr>
        <p:spPr>
          <a:xfrm>
            <a:off x="4994275" y="2059086"/>
            <a:ext cx="316800" cy="1848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chemeClr val="dk1"/>
              </a:buClr>
              <a:buSzPts val="800"/>
              <a:buFont typeface="Montserrat"/>
              <a:buNone/>
            </a:pPr>
            <a:r>
              <a:rPr lang="en" sz="900" b="0" i="0" u="none" strike="noStrike" cap="none">
                <a:solidFill>
                  <a:srgbClr val="4BACFE"/>
                </a:solidFill>
                <a:latin typeface="Montserrat"/>
                <a:ea typeface="Montserrat"/>
                <a:cs typeface="Montserrat"/>
                <a:sym typeface="Montserrat"/>
              </a:rPr>
              <a:t>2</a:t>
            </a:r>
            <a:endParaRPr sz="1400" b="0" i="0" u="none" strike="noStrike" cap="none">
              <a:solidFill>
                <a:srgbClr val="000000"/>
              </a:solidFill>
              <a:latin typeface="Arial"/>
              <a:ea typeface="Arial"/>
              <a:cs typeface="Arial"/>
              <a:sym typeface="Arial"/>
            </a:endParaRPr>
          </a:p>
        </p:txBody>
      </p:sp>
      <p:sp>
        <p:nvSpPr>
          <p:cNvPr id="378" name="Google Shape;378;p2"/>
          <p:cNvSpPr txBox="1"/>
          <p:nvPr/>
        </p:nvSpPr>
        <p:spPr>
          <a:xfrm>
            <a:off x="5343475" y="1431211"/>
            <a:ext cx="35445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Executive Summary</a:t>
            </a:r>
            <a:endParaRPr sz="1400" b="0" i="0" u="none" strike="noStrike" cap="none">
              <a:solidFill>
                <a:srgbClr val="000000"/>
              </a:solidFill>
              <a:latin typeface="Arial"/>
              <a:ea typeface="Arial"/>
              <a:cs typeface="Arial"/>
              <a:sym typeface="Arial"/>
            </a:endParaRPr>
          </a:p>
        </p:txBody>
      </p:sp>
      <p:sp>
        <p:nvSpPr>
          <p:cNvPr id="379" name="Google Shape;379;p2"/>
          <p:cNvSpPr txBox="1"/>
          <p:nvPr/>
        </p:nvSpPr>
        <p:spPr>
          <a:xfrm>
            <a:off x="5343475" y="2686951"/>
            <a:ext cx="3763200" cy="18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Research Questions and Exploratory Analysis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3"/>
        <p:cNvGrpSpPr/>
        <p:nvPr/>
      </p:nvGrpSpPr>
      <p:grpSpPr>
        <a:xfrm>
          <a:off x="0" y="0"/>
          <a:ext cx="0" cy="0"/>
          <a:chOff x="0" y="0"/>
          <a:chExt cx="0" cy="0"/>
        </a:xfrm>
      </p:grpSpPr>
      <p:sp>
        <p:nvSpPr>
          <p:cNvPr id="384" name="Google Shape;384;p3"/>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Executive Summary</a:t>
            </a:r>
            <a:endParaRPr>
              <a:solidFill>
                <a:srgbClr val="4BACFE"/>
              </a:solidFill>
            </a:endParaRPr>
          </a:p>
        </p:txBody>
      </p:sp>
      <p:cxnSp>
        <p:nvCxnSpPr>
          <p:cNvPr id="385" name="Google Shape;385;p3"/>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386" name="Google Shape;386;p3"/>
          <p:cNvSpPr txBox="1">
            <a:spLocks noGrp="1"/>
          </p:cNvSpPr>
          <p:nvPr>
            <p:ph type="body" idx="1"/>
          </p:nvPr>
        </p:nvSpPr>
        <p:spPr>
          <a:xfrm>
            <a:off x="256025" y="1809300"/>
            <a:ext cx="2661300" cy="2096400"/>
          </a:xfrm>
          <a:prstGeom prst="rect">
            <a:avLst/>
          </a:prstGeom>
          <a:noFill/>
          <a:ln>
            <a:noFill/>
          </a:ln>
        </p:spPr>
        <p:txBody>
          <a:bodyPr spcFirstLastPara="1" wrap="square" lIns="0" tIns="0" rIns="0" bIns="0" anchor="t" anchorCtr="0">
            <a:spAutoFit/>
          </a:bodyPr>
          <a:lstStyle/>
          <a:p>
            <a:pPr marL="457200" lvl="0" indent="-304800" algn="l" rtl="0">
              <a:lnSpc>
                <a:spcPct val="115000"/>
              </a:lnSpc>
              <a:spcBef>
                <a:spcPts val="0"/>
              </a:spcBef>
              <a:spcAft>
                <a:spcPts val="0"/>
              </a:spcAft>
              <a:buSzPts val="1200"/>
              <a:buChar char="●"/>
            </a:pPr>
            <a:r>
              <a:rPr lang="en" sz="1200" b="1"/>
              <a:t>Determine whether demographics, family, and lifestyle factors before any grades exist can accurately predict whether students will pass or fail their math course. </a:t>
            </a:r>
            <a:r>
              <a:rPr lang="en" sz="1200"/>
              <a:t>We want to identify the strongest predictors of failure risk using a variety of predictive models.</a:t>
            </a:r>
            <a:endParaRPr sz="1200"/>
          </a:p>
        </p:txBody>
      </p:sp>
      <p:sp>
        <p:nvSpPr>
          <p:cNvPr id="387" name="Google Shape;387;p3"/>
          <p:cNvSpPr txBox="1">
            <a:spLocks noGrp="1"/>
          </p:cNvSpPr>
          <p:nvPr>
            <p:ph type="body" idx="2"/>
          </p:nvPr>
        </p:nvSpPr>
        <p:spPr>
          <a:xfrm>
            <a:off x="3293087" y="1747700"/>
            <a:ext cx="2661300" cy="3165300"/>
          </a:xfrm>
          <a:prstGeom prst="rect">
            <a:avLst/>
          </a:prstGeom>
          <a:noFill/>
          <a:ln>
            <a:noFill/>
          </a:ln>
        </p:spPr>
        <p:txBody>
          <a:bodyPr spcFirstLastPara="1" wrap="square" lIns="0" tIns="0" rIns="0" bIns="0" anchor="t" anchorCtr="0">
            <a:spAutoFit/>
          </a:bodyPr>
          <a:lstStyle/>
          <a:p>
            <a:pPr marL="457200" lvl="0" indent="-285750" algn="l" rtl="0">
              <a:lnSpc>
                <a:spcPct val="115000"/>
              </a:lnSpc>
              <a:spcBef>
                <a:spcPts val="0"/>
              </a:spcBef>
              <a:spcAft>
                <a:spcPts val="0"/>
              </a:spcAft>
              <a:buSzPts val="900"/>
              <a:buChar char="●"/>
            </a:pPr>
            <a:r>
              <a:rPr lang="en" b="1"/>
              <a:t>Math course failure is an early warning signal for dropout risk.</a:t>
            </a:r>
            <a:r>
              <a:rPr lang="en"/>
              <a:t> If schools can identify at-risk students at the outset, targeted support could be provided before problems arise.</a:t>
            </a:r>
            <a:endParaRPr/>
          </a:p>
          <a:p>
            <a:pPr marL="457200" lvl="0" indent="-285750" algn="l" rtl="0">
              <a:lnSpc>
                <a:spcPct val="115000"/>
              </a:lnSpc>
              <a:spcBef>
                <a:spcPts val="0"/>
              </a:spcBef>
              <a:spcAft>
                <a:spcPts val="0"/>
              </a:spcAft>
              <a:buSzPts val="900"/>
              <a:buChar char="●"/>
            </a:pPr>
            <a:r>
              <a:rPr lang="en" b="1"/>
              <a:t>Our results show that predicting failure risk is more difficult than expected. </a:t>
            </a:r>
            <a:r>
              <a:rPr lang="en"/>
              <a:t>Models built only on demographic and lifestyle data topped out at 68% accuracy and AUC values of 0.46 - 0.59, indicating accuracy levels around those of random guessing. We consistently missed the majority of students who actually failed, with recall as low as 8%.</a:t>
            </a:r>
            <a:endParaRPr/>
          </a:p>
          <a:p>
            <a:pPr marL="457200" lvl="0" indent="-285750" algn="l" rtl="0">
              <a:lnSpc>
                <a:spcPct val="115000"/>
              </a:lnSpc>
              <a:spcBef>
                <a:spcPts val="0"/>
              </a:spcBef>
              <a:spcAft>
                <a:spcPts val="0"/>
              </a:spcAft>
              <a:buSzPts val="900"/>
              <a:buChar char="●"/>
            </a:pPr>
            <a:r>
              <a:rPr lang="en"/>
              <a:t>These results are meaningful on their own, showing us that </a:t>
            </a:r>
            <a:r>
              <a:rPr lang="en" b="1"/>
              <a:t>demographic and lifestyle factors alone are not enough to predict student success or failure.  </a:t>
            </a:r>
            <a:endParaRPr b="1"/>
          </a:p>
        </p:txBody>
      </p:sp>
      <p:sp>
        <p:nvSpPr>
          <p:cNvPr id="388" name="Google Shape;388;p3"/>
          <p:cNvSpPr txBox="1">
            <a:spLocks noGrp="1"/>
          </p:cNvSpPr>
          <p:nvPr>
            <p:ph type="body" idx="3"/>
          </p:nvPr>
        </p:nvSpPr>
        <p:spPr>
          <a:xfrm>
            <a:off x="6275125" y="1747700"/>
            <a:ext cx="2661300" cy="2986200"/>
          </a:xfrm>
          <a:prstGeom prst="rect">
            <a:avLst/>
          </a:prstGeom>
          <a:noFill/>
          <a:ln>
            <a:noFill/>
          </a:ln>
        </p:spPr>
        <p:txBody>
          <a:bodyPr spcFirstLastPara="1" wrap="square" lIns="0" tIns="0" rIns="0" bIns="0" anchor="t" anchorCtr="0">
            <a:spAutoFit/>
          </a:bodyPr>
          <a:lstStyle/>
          <a:p>
            <a:pPr marL="457200" lvl="0" indent="-292100" algn="l" rtl="0">
              <a:lnSpc>
                <a:spcPct val="115000"/>
              </a:lnSpc>
              <a:spcBef>
                <a:spcPts val="0"/>
              </a:spcBef>
              <a:spcAft>
                <a:spcPts val="0"/>
              </a:spcAft>
              <a:buSzPts val="1000"/>
              <a:buChar char="●"/>
            </a:pPr>
            <a:r>
              <a:rPr lang="en" sz="1000" b="1"/>
              <a:t>Schools should not rely on demographic or lifestyle data alone to identify students at-risk for potential course failure. </a:t>
            </a:r>
            <a:r>
              <a:rPr lang="en" sz="1000"/>
              <a:t>This data should be paired with grade data. Grades from previous semesters and years should be considered when predicting student success.</a:t>
            </a:r>
            <a:endParaRPr sz="1000"/>
          </a:p>
          <a:p>
            <a:pPr marL="457200" lvl="0" indent="-292100" algn="l" rtl="0">
              <a:lnSpc>
                <a:spcPct val="115000"/>
              </a:lnSpc>
              <a:spcBef>
                <a:spcPts val="0"/>
              </a:spcBef>
              <a:spcAft>
                <a:spcPts val="0"/>
              </a:spcAft>
              <a:buSzPts val="1000"/>
              <a:buChar char="●"/>
            </a:pPr>
            <a:r>
              <a:rPr lang="en" sz="1000"/>
              <a:t>As we search for more accurate models, </a:t>
            </a:r>
            <a:r>
              <a:rPr lang="en" sz="1000" b="1"/>
              <a:t>we should continue to use behavioral patterns</a:t>
            </a:r>
            <a:r>
              <a:rPr lang="en" sz="1000"/>
              <a:t> such repeated past failures, low study time, high absences, and high social/alcohol activity </a:t>
            </a:r>
            <a:r>
              <a:rPr lang="en" sz="1000" b="1"/>
              <a:t>as a guide for optional outreach to those that could be higher risk.</a:t>
            </a:r>
            <a:endParaRPr sz="1000" b="1"/>
          </a:p>
        </p:txBody>
      </p:sp>
      <p:sp>
        <p:nvSpPr>
          <p:cNvPr id="389" name="Google Shape;389;p3"/>
          <p:cNvSpPr txBox="1">
            <a:spLocks noGrp="1"/>
          </p:cNvSpPr>
          <p:nvPr>
            <p:ph type="subTitle" idx="7"/>
          </p:nvPr>
        </p:nvSpPr>
        <p:spPr>
          <a:xfrm>
            <a:off x="201200" y="1492995"/>
            <a:ext cx="2661300" cy="1641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1200"/>
              <a:buNone/>
            </a:pPr>
            <a:r>
              <a:rPr lang="en">
                <a:solidFill>
                  <a:srgbClr val="4BACFE"/>
                </a:solidFill>
              </a:rPr>
              <a:t>Objective</a:t>
            </a:r>
            <a:endParaRPr>
              <a:solidFill>
                <a:srgbClr val="4BACFE"/>
              </a:solidFill>
            </a:endParaRPr>
          </a:p>
        </p:txBody>
      </p:sp>
      <p:sp>
        <p:nvSpPr>
          <p:cNvPr id="390" name="Google Shape;390;p3"/>
          <p:cNvSpPr txBox="1">
            <a:spLocks noGrp="1"/>
          </p:cNvSpPr>
          <p:nvPr>
            <p:ph type="subTitle" idx="8"/>
          </p:nvPr>
        </p:nvSpPr>
        <p:spPr>
          <a:xfrm>
            <a:off x="3265613" y="1492995"/>
            <a:ext cx="2661300" cy="1641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1200"/>
              <a:buNone/>
            </a:pPr>
            <a:r>
              <a:rPr lang="en">
                <a:solidFill>
                  <a:srgbClr val="4BACFE"/>
                </a:solidFill>
              </a:rPr>
              <a:t>Significance</a:t>
            </a:r>
            <a:endParaRPr>
              <a:solidFill>
                <a:srgbClr val="4BACFE"/>
              </a:solidFill>
            </a:endParaRPr>
          </a:p>
        </p:txBody>
      </p:sp>
      <p:sp>
        <p:nvSpPr>
          <p:cNvPr id="391" name="Google Shape;391;p3"/>
          <p:cNvSpPr txBox="1">
            <a:spLocks noGrp="1"/>
          </p:cNvSpPr>
          <p:nvPr>
            <p:ph type="subTitle" idx="9"/>
          </p:nvPr>
        </p:nvSpPr>
        <p:spPr>
          <a:xfrm>
            <a:off x="6275125" y="1492995"/>
            <a:ext cx="2661300" cy="1641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SzPts val="1200"/>
              <a:buNone/>
            </a:pPr>
            <a:r>
              <a:rPr lang="en">
                <a:solidFill>
                  <a:srgbClr val="4BACFE"/>
                </a:solidFill>
              </a:rPr>
              <a:t>Recommendations</a:t>
            </a:r>
            <a:endParaRPr>
              <a:solidFill>
                <a:srgbClr val="4BACFE"/>
              </a:solidFill>
            </a:endParaRPr>
          </a:p>
        </p:txBody>
      </p:sp>
      <p:sp>
        <p:nvSpPr>
          <p:cNvPr id="392" name="Google Shape;392;p3"/>
          <p:cNvSpPr txBox="1">
            <a:spLocks noGrp="1"/>
          </p:cNvSpPr>
          <p:nvPr>
            <p:ph type="subTitle" idx="13"/>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1</a:t>
            </a:r>
            <a:endParaRPr>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Data Description</a:t>
            </a:r>
            <a:endParaRPr>
              <a:solidFill>
                <a:srgbClr val="4BACFE"/>
              </a:solidFill>
            </a:endParaRPr>
          </a:p>
        </p:txBody>
      </p:sp>
      <p:sp>
        <p:nvSpPr>
          <p:cNvPr id="398" name="Google Shape;398;p4"/>
          <p:cNvSpPr txBox="1">
            <a:spLocks noGrp="1"/>
          </p:cNvSpPr>
          <p:nvPr>
            <p:ph type="body" idx="1"/>
          </p:nvPr>
        </p:nvSpPr>
        <p:spPr>
          <a:xfrm>
            <a:off x="36425" y="1335925"/>
            <a:ext cx="4572000" cy="2447400"/>
          </a:xfrm>
          <a:prstGeom prst="rect">
            <a:avLst/>
          </a:prstGeom>
          <a:noFill/>
          <a:ln>
            <a:noFill/>
          </a:ln>
        </p:spPr>
        <p:txBody>
          <a:bodyPr spcFirstLastPara="1" wrap="square" lIns="0" tIns="0" rIns="0" bIns="0" anchor="t" anchorCtr="0">
            <a:spAutoFit/>
          </a:bodyPr>
          <a:lstStyle/>
          <a:p>
            <a:pPr marL="457200" lvl="0" indent="-285750" algn="l" rtl="0">
              <a:lnSpc>
                <a:spcPct val="100000"/>
              </a:lnSpc>
              <a:spcBef>
                <a:spcPts val="0"/>
              </a:spcBef>
              <a:spcAft>
                <a:spcPts val="0"/>
              </a:spcAft>
              <a:buSzPts val="900"/>
              <a:buChar char="●"/>
            </a:pPr>
            <a:r>
              <a:rPr lang="en" sz="750" b="1">
                <a:solidFill>
                  <a:srgbClr val="3C4043"/>
                </a:solidFill>
              </a:rPr>
              <a:t>School </a:t>
            </a:r>
            <a:r>
              <a:rPr lang="en" sz="750">
                <a:solidFill>
                  <a:srgbClr val="3C4043"/>
                </a:solidFill>
              </a:rPr>
              <a:t>(Categorical): Student’s school</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Sex</a:t>
            </a:r>
            <a:r>
              <a:rPr lang="en" sz="750">
                <a:solidFill>
                  <a:srgbClr val="3C4043"/>
                </a:solidFill>
              </a:rPr>
              <a:t> (Categorical): Sex of the student (0 = Female, 1= Male)</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Age </a:t>
            </a:r>
            <a:r>
              <a:rPr lang="en" sz="750">
                <a:solidFill>
                  <a:srgbClr val="3C4043"/>
                </a:solidFill>
              </a:rPr>
              <a:t>(Numeric): Age of the student</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Address </a:t>
            </a:r>
            <a:r>
              <a:rPr lang="en" sz="750">
                <a:solidFill>
                  <a:srgbClr val="3C4043"/>
                </a:solidFill>
              </a:rPr>
              <a:t>(Categorical): Rural or Urban address (0=Rural, 1=Urban) </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Famsize </a:t>
            </a:r>
            <a:r>
              <a:rPr lang="en" sz="750">
                <a:solidFill>
                  <a:srgbClr val="3C4043"/>
                </a:solidFill>
              </a:rPr>
              <a:t>(Categorical): Family size (0=LE3, 1=GT3), LE3 is family size less than or equal to 3, GT3 is a family size greater than 3</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Pstatus </a:t>
            </a:r>
            <a:r>
              <a:rPr lang="en" sz="750">
                <a:solidFill>
                  <a:srgbClr val="3C4043"/>
                </a:solidFill>
              </a:rPr>
              <a:t>(Categorical): Parent’s Cohabitation Status. T is living together, A is apart (0=T, 1=A)</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Medu/Fedu</a:t>
            </a:r>
            <a:r>
              <a:rPr lang="en" sz="750">
                <a:solidFill>
                  <a:srgbClr val="3C4043"/>
                </a:solidFill>
              </a:rPr>
              <a:t> (Numeric): Mother’s Education and Father’s Education (scale of 0-4, 0 is none, 1 is primary education, 2 is middle education, 3 is secondary education, 4 is higher education)</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Mjob/Fjob</a:t>
            </a:r>
            <a:r>
              <a:rPr lang="en" sz="750">
                <a:solidFill>
                  <a:srgbClr val="3C4043"/>
                </a:solidFill>
              </a:rPr>
              <a:t> (Categorical): Mother’s job and Father’s job</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Guardian </a:t>
            </a:r>
            <a:r>
              <a:rPr lang="en" sz="750">
                <a:solidFill>
                  <a:srgbClr val="3C4043"/>
                </a:solidFill>
              </a:rPr>
              <a:t>(Categorical): Student’s guardian</a:t>
            </a:r>
            <a:endParaRPr sz="750">
              <a:solidFill>
                <a:srgbClr val="3C4043"/>
              </a:solidFill>
            </a:endParaRPr>
          </a:p>
          <a:p>
            <a:pPr marL="457200" lvl="0" indent="-285750" algn="l" rtl="0">
              <a:lnSpc>
                <a:spcPct val="100000"/>
              </a:lnSpc>
              <a:spcBef>
                <a:spcPts val="0"/>
              </a:spcBef>
              <a:spcAft>
                <a:spcPts val="0"/>
              </a:spcAft>
              <a:buSzPts val="900"/>
              <a:buChar char="●"/>
            </a:pPr>
            <a:r>
              <a:rPr lang="en" sz="750" b="1">
                <a:solidFill>
                  <a:srgbClr val="3C4043"/>
                </a:solidFill>
              </a:rPr>
              <a:t>Reason </a:t>
            </a:r>
            <a:r>
              <a:rPr lang="en" sz="750">
                <a:solidFill>
                  <a:srgbClr val="3C4043"/>
                </a:solidFill>
              </a:rPr>
              <a:t>(Categorical): Reason to choose this school</a:t>
            </a:r>
            <a:endParaRPr sz="750">
              <a:solidFill>
                <a:srgbClr val="3C4043"/>
              </a:solidFill>
            </a:endParaRPr>
          </a:p>
          <a:p>
            <a:pPr marL="457200" lvl="0" indent="-285750" algn="l" rtl="0">
              <a:lnSpc>
                <a:spcPct val="100000"/>
              </a:lnSpc>
              <a:spcBef>
                <a:spcPts val="0"/>
              </a:spcBef>
              <a:spcAft>
                <a:spcPts val="0"/>
              </a:spcAft>
              <a:buClr>
                <a:srgbClr val="3C4043"/>
              </a:buClr>
              <a:buSzPts val="900"/>
              <a:buChar char="●"/>
            </a:pPr>
            <a:r>
              <a:rPr lang="en" sz="750" b="1">
                <a:solidFill>
                  <a:srgbClr val="3C4043"/>
                </a:solidFill>
              </a:rPr>
              <a:t>Traveltime</a:t>
            </a:r>
            <a:r>
              <a:rPr lang="en" sz="750">
                <a:solidFill>
                  <a:srgbClr val="3C4043"/>
                </a:solidFill>
              </a:rPr>
              <a:t> (Numeric): Home to school travel time</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Studytime </a:t>
            </a:r>
            <a:r>
              <a:rPr lang="en" sz="750">
                <a:solidFill>
                  <a:srgbClr val="3C4043"/>
                </a:solidFill>
              </a:rPr>
              <a:t>(Numeric): Weekly study time (scale of 1-4, 1 is less than 15 minutes, 2 is 15 to 30 minutes, 3 is 30 minutes to an hour, 4 is greater than 1 hour)</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Failures</a:t>
            </a:r>
            <a:r>
              <a:rPr lang="en" sz="750">
                <a:solidFill>
                  <a:srgbClr val="3C4043"/>
                </a:solidFill>
              </a:rPr>
              <a:t> (Numeric): Number of past class failures</a:t>
            </a:r>
            <a:endParaRPr sz="750">
              <a:solidFill>
                <a:srgbClr val="3C4043"/>
              </a:solidFill>
            </a:endParaRPr>
          </a:p>
          <a:p>
            <a:pPr marL="457200" lvl="0" indent="-228600" algn="l" rtl="0">
              <a:lnSpc>
                <a:spcPct val="115000"/>
              </a:lnSpc>
              <a:spcBef>
                <a:spcPts val="0"/>
              </a:spcBef>
              <a:spcAft>
                <a:spcPts val="0"/>
              </a:spcAft>
              <a:buClr>
                <a:srgbClr val="000000"/>
              </a:buClr>
              <a:buSzPts val="750"/>
              <a:buFont typeface="Times New Roman"/>
              <a:buNone/>
            </a:pPr>
            <a:endParaRPr sz="750">
              <a:solidFill>
                <a:srgbClr val="3C4043"/>
              </a:solidFill>
            </a:endParaRPr>
          </a:p>
        </p:txBody>
      </p:sp>
      <p:sp>
        <p:nvSpPr>
          <p:cNvPr id="399" name="Google Shape;399;p4"/>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2</a:t>
            </a:r>
            <a:endParaRPr>
              <a:solidFill>
                <a:schemeClr val="lt2"/>
              </a:solidFill>
            </a:endParaRPr>
          </a:p>
        </p:txBody>
      </p:sp>
      <p:cxnSp>
        <p:nvCxnSpPr>
          <p:cNvPr id="400" name="Google Shape;400;p4"/>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401" name="Google Shape;401;p4"/>
          <p:cNvSpPr txBox="1">
            <a:spLocks noGrp="1"/>
          </p:cNvSpPr>
          <p:nvPr>
            <p:ph type="body" idx="1"/>
          </p:nvPr>
        </p:nvSpPr>
        <p:spPr>
          <a:xfrm>
            <a:off x="4680975" y="1218975"/>
            <a:ext cx="4777500" cy="24588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900"/>
              <a:buNone/>
            </a:pP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Schoolsup </a:t>
            </a:r>
            <a:r>
              <a:rPr lang="en" sz="750">
                <a:solidFill>
                  <a:srgbClr val="3C4043"/>
                </a:solidFill>
              </a:rPr>
              <a:t>(Categorical): Extra educational support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Famsup </a:t>
            </a:r>
            <a:r>
              <a:rPr lang="en" sz="750">
                <a:solidFill>
                  <a:srgbClr val="3C4043"/>
                </a:solidFill>
              </a:rPr>
              <a:t>(Categorical): Family educational support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Paid </a:t>
            </a:r>
            <a:r>
              <a:rPr lang="en" sz="750">
                <a:solidFill>
                  <a:srgbClr val="3C4043"/>
                </a:solidFill>
              </a:rPr>
              <a:t>(Categorical): Extra paid classes within the course subject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Activities</a:t>
            </a:r>
            <a:r>
              <a:rPr lang="en" sz="750">
                <a:solidFill>
                  <a:srgbClr val="3C4043"/>
                </a:solidFill>
              </a:rPr>
              <a:t> (Categorical): extra-curricular activities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Nursery </a:t>
            </a:r>
            <a:r>
              <a:rPr lang="en" sz="750">
                <a:solidFill>
                  <a:srgbClr val="3C4043"/>
                </a:solidFill>
              </a:rPr>
              <a:t>(Categorical): Attended nursery school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Higher</a:t>
            </a:r>
            <a:r>
              <a:rPr lang="en" sz="750">
                <a:solidFill>
                  <a:srgbClr val="3C4043"/>
                </a:solidFill>
              </a:rPr>
              <a:t> (Categorical): Wants to take higher education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Internet </a:t>
            </a:r>
            <a:r>
              <a:rPr lang="en" sz="750">
                <a:solidFill>
                  <a:srgbClr val="3C4043"/>
                </a:solidFill>
              </a:rPr>
              <a:t>(Categorical): Internet access at home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Romantic </a:t>
            </a:r>
            <a:r>
              <a:rPr lang="en" sz="750">
                <a:solidFill>
                  <a:srgbClr val="3C4043"/>
                </a:solidFill>
              </a:rPr>
              <a:t>(Categorical): With a romantic relationship (0=No, 1=Yes)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Famrel </a:t>
            </a:r>
            <a:r>
              <a:rPr lang="en" sz="750">
                <a:solidFill>
                  <a:srgbClr val="3C4043"/>
                </a:solidFill>
              </a:rPr>
              <a:t>(Numeric): Quality of family relationships (scale of 1-5)</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Freetime</a:t>
            </a:r>
            <a:r>
              <a:rPr lang="en" sz="750">
                <a:solidFill>
                  <a:srgbClr val="3C4043"/>
                </a:solidFill>
              </a:rPr>
              <a:t> (Numeric): Free time after school (scale of 1-5)</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Goout </a:t>
            </a:r>
            <a:r>
              <a:rPr lang="en" sz="750">
                <a:solidFill>
                  <a:srgbClr val="3C4043"/>
                </a:solidFill>
              </a:rPr>
              <a:t>(Numeric): Going out with friends (scale of 1-5)</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Dalc </a:t>
            </a:r>
            <a:r>
              <a:rPr lang="en" sz="750">
                <a:solidFill>
                  <a:srgbClr val="3C4043"/>
                </a:solidFill>
              </a:rPr>
              <a:t>(Numeric): Workday alcohol consumption (scale of 1-5)</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Walc </a:t>
            </a:r>
            <a:r>
              <a:rPr lang="en" sz="750">
                <a:solidFill>
                  <a:srgbClr val="3C4043"/>
                </a:solidFill>
              </a:rPr>
              <a:t>(Numeric): Weekend alcohol consumption (scale of 1-5)</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Health </a:t>
            </a:r>
            <a:r>
              <a:rPr lang="en" sz="750">
                <a:solidFill>
                  <a:srgbClr val="3C4043"/>
                </a:solidFill>
              </a:rPr>
              <a:t>(Numeric): Current health status (scale of 1-5)</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Absences </a:t>
            </a:r>
            <a:r>
              <a:rPr lang="en" sz="750">
                <a:solidFill>
                  <a:srgbClr val="3C4043"/>
                </a:solidFill>
              </a:rPr>
              <a:t>(Numeric): Number of school absences</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G1 </a:t>
            </a:r>
            <a:r>
              <a:rPr lang="en" sz="750">
                <a:solidFill>
                  <a:srgbClr val="3C4043"/>
                </a:solidFill>
              </a:rPr>
              <a:t>(Numeric): First period grade</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G2 </a:t>
            </a:r>
            <a:r>
              <a:rPr lang="en" sz="750">
                <a:solidFill>
                  <a:srgbClr val="3C4043"/>
                </a:solidFill>
              </a:rPr>
              <a:t>(Numeric): Second period grade</a:t>
            </a: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G3 </a:t>
            </a:r>
            <a:r>
              <a:rPr lang="en" sz="750">
                <a:solidFill>
                  <a:srgbClr val="3C4043"/>
                </a:solidFill>
              </a:rPr>
              <a:t>(Numeric): Final grade </a:t>
            </a:r>
            <a:r>
              <a:rPr lang="en" sz="750" b="1">
                <a:solidFill>
                  <a:srgbClr val="3C4043"/>
                </a:solidFill>
              </a:rPr>
              <a:t>(Target Variable) (G3 &gt;= 10 is “pass”)</a:t>
            </a:r>
            <a:endParaRPr sz="750" b="1">
              <a:solidFill>
                <a:srgbClr val="3C4043"/>
              </a:solidFill>
            </a:endParaRPr>
          </a:p>
          <a:p>
            <a:pPr marL="12700" lvl="0" indent="0" algn="l" rtl="0">
              <a:lnSpc>
                <a:spcPct val="115000"/>
              </a:lnSpc>
              <a:spcBef>
                <a:spcPts val="0"/>
              </a:spcBef>
              <a:spcAft>
                <a:spcPts val="0"/>
              </a:spcAft>
              <a:buSzPts val="900"/>
              <a:buNone/>
            </a:pPr>
            <a:endParaRPr sz="750">
              <a:solidFill>
                <a:srgbClr val="3C4043"/>
              </a:solidFill>
            </a:endParaRPr>
          </a:p>
          <a:p>
            <a:pPr marL="457200" lvl="0" indent="-228600" algn="l" rtl="0">
              <a:lnSpc>
                <a:spcPct val="115000"/>
              </a:lnSpc>
              <a:spcBef>
                <a:spcPts val="0"/>
              </a:spcBef>
              <a:spcAft>
                <a:spcPts val="0"/>
              </a:spcAft>
              <a:buClr>
                <a:srgbClr val="3C4043"/>
              </a:buClr>
              <a:buSzPts val="750"/>
              <a:buFont typeface="Times New Roman"/>
              <a:buNone/>
            </a:pPr>
            <a:endParaRPr sz="750">
              <a:solidFill>
                <a:srgbClr val="3C4043"/>
              </a:solidFill>
            </a:endParaRPr>
          </a:p>
        </p:txBody>
      </p:sp>
      <p:pic>
        <p:nvPicPr>
          <p:cNvPr id="402" name="Google Shape;402;p4"/>
          <p:cNvPicPr preferRelativeResize="0"/>
          <p:nvPr/>
        </p:nvPicPr>
        <p:blipFill rotWithShape="1">
          <a:blip r:embed="rId3">
            <a:alphaModFix/>
          </a:blip>
          <a:srcRect/>
          <a:stretch/>
        </p:blipFill>
        <p:spPr>
          <a:xfrm>
            <a:off x="101644" y="3783325"/>
            <a:ext cx="7218270" cy="1231025"/>
          </a:xfrm>
          <a:prstGeom prst="rect">
            <a:avLst/>
          </a:prstGeom>
          <a:noFill/>
          <a:ln>
            <a:noFill/>
          </a:ln>
        </p:spPr>
      </p:pic>
      <p:sp>
        <p:nvSpPr>
          <p:cNvPr id="403" name="Google Shape;403;p4"/>
          <p:cNvSpPr txBox="1">
            <a:spLocks noGrp="1"/>
          </p:cNvSpPr>
          <p:nvPr>
            <p:ph type="body" idx="1"/>
          </p:nvPr>
        </p:nvSpPr>
        <p:spPr>
          <a:xfrm>
            <a:off x="7272075" y="3804238"/>
            <a:ext cx="1714500" cy="1189200"/>
          </a:xfrm>
          <a:prstGeom prst="rect">
            <a:avLst/>
          </a:prstGeom>
          <a:noFill/>
          <a:ln>
            <a:noFill/>
          </a:ln>
        </p:spPr>
        <p:txBody>
          <a:bodyPr spcFirstLastPara="1" wrap="square" lIns="0" tIns="0" rIns="0" bIns="0" anchor="t" anchorCtr="0">
            <a:spAutoFit/>
          </a:bodyPr>
          <a:lstStyle/>
          <a:p>
            <a:pPr marL="0" lvl="0" indent="0" algn="l" rtl="0">
              <a:lnSpc>
                <a:spcPct val="115000"/>
              </a:lnSpc>
              <a:spcBef>
                <a:spcPts val="0"/>
              </a:spcBef>
              <a:spcAft>
                <a:spcPts val="0"/>
              </a:spcAft>
              <a:buSzPts val="900"/>
              <a:buNone/>
            </a:pPr>
            <a:endParaRPr sz="750">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Source: UC Irvine ML</a:t>
            </a:r>
            <a:endParaRPr sz="750" b="1">
              <a:solidFill>
                <a:srgbClr val="3C4043"/>
              </a:solidFill>
            </a:endParaRPr>
          </a:p>
          <a:p>
            <a:pPr marL="914400" lvl="1" indent="-276225" algn="l" rtl="0">
              <a:lnSpc>
                <a:spcPct val="100000"/>
              </a:lnSpc>
              <a:spcBef>
                <a:spcPts val="0"/>
              </a:spcBef>
              <a:spcAft>
                <a:spcPts val="0"/>
              </a:spcAft>
              <a:buClr>
                <a:srgbClr val="3C4043"/>
              </a:buClr>
              <a:buSzPts val="750"/>
              <a:buChar char="○"/>
            </a:pPr>
            <a:r>
              <a:rPr lang="en" sz="750" b="1">
                <a:solidFill>
                  <a:srgbClr val="3C4043"/>
                </a:solidFill>
              </a:rPr>
              <a:t>Cortez and Silva (2008)</a:t>
            </a:r>
            <a:endParaRPr sz="750" b="1">
              <a:solidFill>
                <a:srgbClr val="3C4043"/>
              </a:solidFill>
            </a:endParaRPr>
          </a:p>
          <a:p>
            <a:pPr marL="914400" lvl="1" indent="-276225" algn="l" rtl="0">
              <a:lnSpc>
                <a:spcPct val="100000"/>
              </a:lnSpc>
              <a:spcBef>
                <a:spcPts val="0"/>
              </a:spcBef>
              <a:spcAft>
                <a:spcPts val="0"/>
              </a:spcAft>
              <a:buClr>
                <a:srgbClr val="3C4043"/>
              </a:buClr>
              <a:buSzPts val="750"/>
              <a:buChar char="○"/>
            </a:pPr>
            <a:r>
              <a:rPr lang="en" sz="750" b="1" u="sng">
                <a:solidFill>
                  <a:schemeClr val="hlink"/>
                </a:solidFill>
                <a:hlinkClick r:id="rId4"/>
              </a:rPr>
              <a:t>Data Source Link</a:t>
            </a:r>
            <a:endParaRPr sz="750" b="1">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n: 395</a:t>
            </a:r>
            <a:endParaRPr sz="750" b="1">
              <a:solidFill>
                <a:srgbClr val="3C4043"/>
              </a:solidFill>
            </a:endParaRPr>
          </a:p>
          <a:p>
            <a:pPr marL="457200" lvl="0" indent="-276225" algn="l" rtl="0">
              <a:lnSpc>
                <a:spcPct val="100000"/>
              </a:lnSpc>
              <a:spcBef>
                <a:spcPts val="0"/>
              </a:spcBef>
              <a:spcAft>
                <a:spcPts val="0"/>
              </a:spcAft>
              <a:buClr>
                <a:srgbClr val="3C4043"/>
              </a:buClr>
              <a:buSzPts val="750"/>
              <a:buChar char="●"/>
            </a:pPr>
            <a:r>
              <a:rPr lang="en" sz="750" b="1">
                <a:solidFill>
                  <a:srgbClr val="3C4043"/>
                </a:solidFill>
              </a:rPr>
              <a:t>k: 33</a:t>
            </a:r>
            <a:endParaRPr sz="750" b="1">
              <a:solidFill>
                <a:srgbClr val="3C4043"/>
              </a:solidFill>
            </a:endParaRPr>
          </a:p>
          <a:p>
            <a:pPr marL="12700" lvl="0" indent="0" algn="l" rtl="0">
              <a:lnSpc>
                <a:spcPct val="115000"/>
              </a:lnSpc>
              <a:spcBef>
                <a:spcPts val="0"/>
              </a:spcBef>
              <a:spcAft>
                <a:spcPts val="0"/>
              </a:spcAft>
              <a:buSzPts val="900"/>
              <a:buNone/>
            </a:pPr>
            <a:endParaRPr sz="750">
              <a:solidFill>
                <a:srgbClr val="3C4043"/>
              </a:solidFill>
            </a:endParaRPr>
          </a:p>
          <a:p>
            <a:pPr marL="457200" lvl="0" indent="-228600" algn="l" rtl="0">
              <a:lnSpc>
                <a:spcPct val="115000"/>
              </a:lnSpc>
              <a:spcBef>
                <a:spcPts val="0"/>
              </a:spcBef>
              <a:spcAft>
                <a:spcPts val="0"/>
              </a:spcAft>
              <a:buClr>
                <a:srgbClr val="3C4043"/>
              </a:buClr>
              <a:buSzPts val="750"/>
              <a:buFont typeface="Times New Roman"/>
              <a:buNone/>
            </a:pPr>
            <a:endParaRPr sz="750">
              <a:solidFill>
                <a:srgbClr val="3C404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5"/>
          <p:cNvSpPr txBox="1">
            <a:spLocks noGrp="1"/>
          </p:cNvSpPr>
          <p:nvPr>
            <p:ph type="title"/>
          </p:nvPr>
        </p:nvSpPr>
        <p:spPr>
          <a:xfrm>
            <a:off x="206400" y="213150"/>
            <a:ext cx="87312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Business Objective and Research Questions</a:t>
            </a:r>
            <a:endParaRPr>
              <a:solidFill>
                <a:srgbClr val="4BACFE"/>
              </a:solidFill>
            </a:endParaRPr>
          </a:p>
        </p:txBody>
      </p:sp>
      <p:sp>
        <p:nvSpPr>
          <p:cNvPr id="409" name="Google Shape;409;p5"/>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3</a:t>
            </a:r>
            <a:endParaRPr>
              <a:solidFill>
                <a:schemeClr val="lt2"/>
              </a:solidFill>
            </a:endParaRPr>
          </a:p>
        </p:txBody>
      </p:sp>
      <p:cxnSp>
        <p:nvCxnSpPr>
          <p:cNvPr id="410" name="Google Shape;410;p5"/>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411" name="Google Shape;411;p5"/>
          <p:cNvSpPr/>
          <p:nvPr/>
        </p:nvSpPr>
        <p:spPr>
          <a:xfrm>
            <a:off x="337425" y="1426463"/>
            <a:ext cx="3773100" cy="1676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12" name="Google Shape;412;p5"/>
          <p:cNvSpPr txBox="1">
            <a:spLocks noGrp="1"/>
          </p:cNvSpPr>
          <p:nvPr>
            <p:ph type="body" idx="4294967295"/>
          </p:nvPr>
        </p:nvSpPr>
        <p:spPr>
          <a:xfrm>
            <a:off x="476400" y="1979513"/>
            <a:ext cx="3573000" cy="885600"/>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0"/>
              </a:spcBef>
              <a:spcAft>
                <a:spcPts val="0"/>
              </a:spcAft>
              <a:buSzPts val="900"/>
              <a:buChar char="●"/>
            </a:pPr>
            <a:r>
              <a:rPr lang="en"/>
              <a:t>Using the information we have on a student at the start of the school year, how accurately can we predict whether or student will pass or fail in their final Math grade?</a:t>
            </a:r>
            <a:endParaRPr/>
          </a:p>
          <a:p>
            <a:pPr marL="0" lvl="0" indent="0" algn="l" rtl="0">
              <a:lnSpc>
                <a:spcPct val="115000"/>
              </a:lnSpc>
              <a:spcBef>
                <a:spcPts val="0"/>
              </a:spcBef>
              <a:spcAft>
                <a:spcPts val="0"/>
              </a:spcAft>
              <a:buSzPts val="900"/>
              <a:buNone/>
            </a:pPr>
            <a:endParaRPr/>
          </a:p>
        </p:txBody>
      </p:sp>
      <p:sp>
        <p:nvSpPr>
          <p:cNvPr id="413" name="Google Shape;413;p5"/>
          <p:cNvSpPr txBox="1">
            <a:spLocks noGrp="1"/>
          </p:cNvSpPr>
          <p:nvPr>
            <p:ph type="title" idx="3"/>
          </p:nvPr>
        </p:nvSpPr>
        <p:spPr>
          <a:xfrm>
            <a:off x="592886" y="1551302"/>
            <a:ext cx="3262200" cy="246221"/>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600"/>
              <a:t>Predicting Final Grade</a:t>
            </a:r>
            <a:endParaRPr sz="1600"/>
          </a:p>
        </p:txBody>
      </p:sp>
      <p:sp>
        <p:nvSpPr>
          <p:cNvPr id="414" name="Google Shape;414;p5"/>
          <p:cNvSpPr/>
          <p:nvPr/>
        </p:nvSpPr>
        <p:spPr>
          <a:xfrm>
            <a:off x="337425" y="3186359"/>
            <a:ext cx="3773100" cy="1676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15" name="Google Shape;415;p5"/>
          <p:cNvSpPr txBox="1">
            <a:spLocks noGrp="1"/>
          </p:cNvSpPr>
          <p:nvPr>
            <p:ph type="body" idx="4294967295"/>
          </p:nvPr>
        </p:nvSpPr>
        <p:spPr>
          <a:xfrm>
            <a:off x="476400" y="3796225"/>
            <a:ext cx="3573000" cy="859200"/>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0"/>
              </a:spcBef>
              <a:spcAft>
                <a:spcPts val="0"/>
              </a:spcAft>
              <a:buSzPts val="900"/>
              <a:buChar char="●"/>
            </a:pPr>
            <a:r>
              <a:rPr lang="en"/>
              <a:t>What are the specific factors that contribute most to a student’s risk of failing?</a:t>
            </a:r>
            <a:endParaRPr/>
          </a:p>
          <a:p>
            <a:pPr marL="457200" lvl="0" indent="0" algn="l" rtl="0">
              <a:lnSpc>
                <a:spcPct val="115000"/>
              </a:lnSpc>
              <a:spcBef>
                <a:spcPts val="0"/>
              </a:spcBef>
              <a:spcAft>
                <a:spcPts val="0"/>
              </a:spcAft>
              <a:buSzPts val="900"/>
              <a:buNone/>
            </a:pPr>
            <a:endParaRPr/>
          </a:p>
          <a:p>
            <a:pPr marL="457200" lvl="0" indent="-285750" algn="l" rtl="0">
              <a:lnSpc>
                <a:spcPct val="115000"/>
              </a:lnSpc>
              <a:spcBef>
                <a:spcPts val="0"/>
              </a:spcBef>
              <a:spcAft>
                <a:spcPts val="0"/>
              </a:spcAft>
              <a:buSzPts val="900"/>
              <a:buChar char="●"/>
            </a:pPr>
            <a:r>
              <a:rPr lang="en" b="1"/>
              <a:t>Importance and Potential Outcomes</a:t>
            </a:r>
            <a:r>
              <a:rPr lang="en"/>
              <a:t>: How might a school use these risks to design intervention programs for at-risk students?</a:t>
            </a:r>
            <a:endParaRPr/>
          </a:p>
        </p:txBody>
      </p:sp>
      <p:sp>
        <p:nvSpPr>
          <p:cNvPr id="416" name="Google Shape;416;p5"/>
          <p:cNvSpPr txBox="1">
            <a:spLocks noGrp="1"/>
          </p:cNvSpPr>
          <p:nvPr>
            <p:ph type="title" idx="3"/>
          </p:nvPr>
        </p:nvSpPr>
        <p:spPr>
          <a:xfrm>
            <a:off x="592886" y="3418302"/>
            <a:ext cx="3262200" cy="246221"/>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600"/>
              <a:t>Significant Drivers</a:t>
            </a:r>
            <a:endParaRPr sz="1600"/>
          </a:p>
        </p:txBody>
      </p:sp>
      <p:pic>
        <p:nvPicPr>
          <p:cNvPr id="417" name="Google Shape;417;p5"/>
          <p:cNvPicPr preferRelativeResize="0"/>
          <p:nvPr/>
        </p:nvPicPr>
        <p:blipFill rotWithShape="1">
          <a:blip r:embed="rId3">
            <a:alphaModFix/>
          </a:blip>
          <a:srcRect/>
          <a:stretch/>
        </p:blipFill>
        <p:spPr>
          <a:xfrm>
            <a:off x="4728100" y="1809298"/>
            <a:ext cx="3967724" cy="26464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
          <p:cNvSpPr txBox="1">
            <a:spLocks noGrp="1"/>
          </p:cNvSpPr>
          <p:nvPr>
            <p:ph type="title"/>
          </p:nvPr>
        </p:nvSpPr>
        <p:spPr>
          <a:xfrm>
            <a:off x="256025" y="213150"/>
            <a:ext cx="86319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Exploratory Data Analysis </a:t>
            </a:r>
            <a:endParaRPr>
              <a:solidFill>
                <a:srgbClr val="4BACFE"/>
              </a:solidFill>
            </a:endParaRPr>
          </a:p>
        </p:txBody>
      </p:sp>
      <p:sp>
        <p:nvSpPr>
          <p:cNvPr id="423" name="Google Shape;423;p6"/>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4</a:t>
            </a:r>
            <a:endParaRPr>
              <a:solidFill>
                <a:schemeClr val="lt2"/>
              </a:solidFill>
            </a:endParaRPr>
          </a:p>
        </p:txBody>
      </p:sp>
      <p:cxnSp>
        <p:nvCxnSpPr>
          <p:cNvPr id="424" name="Google Shape;424;p6"/>
          <p:cNvCxnSpPr/>
          <p:nvPr/>
        </p:nvCxnSpPr>
        <p:spPr>
          <a:xfrm>
            <a:off x="0" y="781225"/>
            <a:ext cx="9144000" cy="0"/>
          </a:xfrm>
          <a:prstGeom prst="straightConnector1">
            <a:avLst/>
          </a:prstGeom>
          <a:noFill/>
          <a:ln w="9525" cap="flat" cmpd="sng">
            <a:solidFill>
              <a:schemeClr val="dk1"/>
            </a:solidFill>
            <a:prstDash val="solid"/>
            <a:round/>
            <a:headEnd type="none" w="sm" len="sm"/>
            <a:tailEnd type="none" w="sm" len="sm"/>
          </a:ln>
        </p:spPr>
      </p:cxnSp>
      <p:sp>
        <p:nvSpPr>
          <p:cNvPr id="425" name="Google Shape;425;p6"/>
          <p:cNvSpPr txBox="1"/>
          <p:nvPr/>
        </p:nvSpPr>
        <p:spPr>
          <a:xfrm flipH="1">
            <a:off x="120200" y="933800"/>
            <a:ext cx="7104300" cy="3973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700"/>
              <a:buFont typeface="Arial"/>
              <a:buNone/>
            </a:pPr>
            <a:r>
              <a:rPr lang="en" sz="1700" b="1" i="0" u="none" strike="noStrike" cap="none">
                <a:solidFill>
                  <a:srgbClr val="000000"/>
                </a:solidFill>
                <a:latin typeface="Arial"/>
                <a:ea typeface="Arial"/>
                <a:cs typeface="Arial"/>
                <a:sym typeface="Arial"/>
              </a:rPr>
              <a:t>Data Cleaning</a:t>
            </a:r>
            <a:endParaRPr sz="1700" b="1" i="0" u="none" strike="noStrike" cap="none">
              <a:solidFill>
                <a:srgbClr val="000000"/>
              </a:solidFill>
              <a:latin typeface="Arial"/>
              <a:ea typeface="Arial"/>
              <a:cs typeface="Arial"/>
              <a:sym typeface="Arial"/>
            </a:endParaRPr>
          </a:p>
          <a:p>
            <a:pPr marL="457200" marR="0" lvl="0" indent="-336550" algn="l" rtl="0">
              <a:lnSpc>
                <a:spcPct val="115000"/>
              </a:lnSpc>
              <a:spcBef>
                <a:spcPts val="120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No missing values were found in the dataset.</a:t>
            </a:r>
            <a:endParaRPr sz="1700" b="0" i="0" u="none" strike="noStrike" cap="none">
              <a:solidFill>
                <a:srgbClr val="000000"/>
              </a:solidFill>
              <a:latin typeface="Arial"/>
              <a:ea typeface="Arial"/>
              <a:cs typeface="Arial"/>
              <a:sym typeface="Arial"/>
            </a:endParaRPr>
          </a:p>
          <a:p>
            <a:pPr marL="457200" marR="0" lvl="0" indent="-336550" algn="l" rtl="0">
              <a:lnSpc>
                <a:spcPct val="115000"/>
              </a:lnSpc>
              <a:spcBef>
                <a:spcPts val="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No duplicate records were identified.</a:t>
            </a:r>
            <a:endParaRPr sz="1700" b="0" i="0" u="none" strike="noStrike" cap="none">
              <a:solidFill>
                <a:srgbClr val="000000"/>
              </a:solidFill>
              <a:latin typeface="Arial"/>
              <a:ea typeface="Arial"/>
              <a:cs typeface="Arial"/>
              <a:sym typeface="Arial"/>
            </a:endParaRPr>
          </a:p>
          <a:p>
            <a:pPr marL="457200" marR="0" lvl="0" indent="-336550" algn="l" rtl="0">
              <a:lnSpc>
                <a:spcPct val="115000"/>
              </a:lnSpc>
              <a:spcBef>
                <a:spcPts val="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The dataset was ready for analysis without additional cleaning.</a:t>
            </a:r>
            <a:endParaRPr sz="1700" b="0" i="0" u="none" strike="noStrike" cap="none">
              <a:solidFill>
                <a:srgbClr val="000000"/>
              </a:solidFill>
              <a:latin typeface="Arial"/>
              <a:ea typeface="Arial"/>
              <a:cs typeface="Arial"/>
              <a:sym typeface="Arial"/>
            </a:endParaRPr>
          </a:p>
          <a:p>
            <a:pPr marL="457200" marR="0" lvl="0" indent="-336550" algn="l" rtl="0">
              <a:lnSpc>
                <a:spcPct val="115000"/>
              </a:lnSpc>
              <a:spcBef>
                <a:spcPts val="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395 student records and 34 variables</a:t>
            </a:r>
            <a:endParaRPr sz="1700" b="0" i="0" u="none" strike="noStrike" cap="none">
              <a:solidFill>
                <a:srgbClr val="000000"/>
              </a:solidFill>
              <a:latin typeface="Arial"/>
              <a:ea typeface="Arial"/>
              <a:cs typeface="Arial"/>
              <a:sym typeface="Arial"/>
            </a:endParaRPr>
          </a:p>
          <a:p>
            <a:pPr marL="0" marR="0" lvl="0" indent="0" algn="l" rtl="0">
              <a:lnSpc>
                <a:spcPct val="115000"/>
              </a:lnSpc>
              <a:spcBef>
                <a:spcPts val="1400"/>
              </a:spcBef>
              <a:spcAft>
                <a:spcPts val="0"/>
              </a:spcAft>
              <a:buClr>
                <a:srgbClr val="000000"/>
              </a:buClr>
              <a:buSzPts val="1700"/>
              <a:buFont typeface="Arial"/>
              <a:buNone/>
            </a:pPr>
            <a:r>
              <a:rPr lang="en" sz="1700" b="1" i="0" u="none" strike="noStrike" cap="none">
                <a:solidFill>
                  <a:srgbClr val="000000"/>
                </a:solidFill>
                <a:latin typeface="Arial"/>
                <a:ea typeface="Arial"/>
                <a:cs typeface="Arial"/>
                <a:sym typeface="Arial"/>
              </a:rPr>
              <a:t>Key Findings</a:t>
            </a:r>
            <a:endParaRPr sz="1700" b="1" i="0" u="none" strike="noStrike" cap="none">
              <a:solidFill>
                <a:srgbClr val="000000"/>
              </a:solidFill>
              <a:latin typeface="Arial"/>
              <a:ea typeface="Arial"/>
              <a:cs typeface="Arial"/>
              <a:sym typeface="Arial"/>
            </a:endParaRPr>
          </a:p>
          <a:p>
            <a:pPr marL="457200" marR="0" lvl="0" indent="-336550" algn="l" rtl="0">
              <a:lnSpc>
                <a:spcPct val="115000"/>
              </a:lnSpc>
              <a:spcBef>
                <a:spcPts val="120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Most students passed the course.</a:t>
            </a:r>
            <a:endParaRPr sz="1700" b="0" i="0" u="none" strike="noStrike" cap="none">
              <a:solidFill>
                <a:srgbClr val="000000"/>
              </a:solidFill>
              <a:latin typeface="Arial"/>
              <a:ea typeface="Arial"/>
              <a:cs typeface="Arial"/>
              <a:sym typeface="Arial"/>
            </a:endParaRPr>
          </a:p>
          <a:p>
            <a:pPr marL="457200" marR="0" lvl="0" indent="-336550" algn="l" rtl="0">
              <a:lnSpc>
                <a:spcPct val="115000"/>
              </a:lnSpc>
              <a:spcBef>
                <a:spcPts val="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Most students reported moderate study time.</a:t>
            </a:r>
            <a:endParaRPr sz="1700" b="0" i="0" u="none" strike="noStrike" cap="none">
              <a:solidFill>
                <a:srgbClr val="000000"/>
              </a:solidFill>
              <a:latin typeface="Arial"/>
              <a:ea typeface="Arial"/>
              <a:cs typeface="Arial"/>
              <a:sym typeface="Arial"/>
            </a:endParaRPr>
          </a:p>
          <a:p>
            <a:pPr marL="457200" marR="0" lvl="0" indent="-336550" algn="l" rtl="0">
              <a:lnSpc>
                <a:spcPct val="115000"/>
              </a:lnSpc>
              <a:spcBef>
                <a:spcPts val="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Most students had relatively few absences.</a:t>
            </a:r>
            <a:endParaRPr sz="1700" b="0" i="0" u="none" strike="noStrike" cap="none">
              <a:solidFill>
                <a:srgbClr val="000000"/>
              </a:solidFill>
              <a:latin typeface="Arial"/>
              <a:ea typeface="Arial"/>
              <a:cs typeface="Arial"/>
              <a:sym typeface="Arial"/>
            </a:endParaRPr>
          </a:p>
          <a:p>
            <a:pPr marL="457200" marR="0" lvl="0" indent="-336550" algn="l" rtl="0">
              <a:lnSpc>
                <a:spcPct val="115000"/>
              </a:lnSpc>
              <a:spcBef>
                <a:spcPts val="0"/>
              </a:spcBef>
              <a:spcAft>
                <a:spcPts val="0"/>
              </a:spcAft>
              <a:buClr>
                <a:srgbClr val="000000"/>
              </a:buClr>
              <a:buSzPts val="1700"/>
              <a:buFont typeface="Arial"/>
              <a:buChar char="●"/>
            </a:pPr>
            <a:r>
              <a:rPr lang="en" sz="1700" b="0" i="0" u="none" strike="noStrike" cap="none">
                <a:solidFill>
                  <a:srgbClr val="000000"/>
                </a:solidFill>
                <a:latin typeface="Arial"/>
                <a:ea typeface="Arial"/>
                <a:cs typeface="Arial"/>
                <a:sym typeface="Arial"/>
              </a:rPr>
              <a:t>G1 and G2 showed the strongest relationship with final grade (G3).</a:t>
            </a:r>
            <a:endParaRPr sz="17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000000"/>
              </a:buClr>
              <a:buSzPts val="900"/>
              <a:buFont typeface="Arial"/>
              <a:buNone/>
            </a:pPr>
            <a:endParaRPr sz="900" b="0" i="0" u="none" strike="noStrike" cap="none">
              <a:solidFill>
                <a:schemeClr val="lt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g3f6754bd396_0_3"/>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chemeClr val="accent2"/>
                </a:solidFill>
              </a:rPr>
              <a:t>Charts</a:t>
            </a:r>
            <a:endParaRPr>
              <a:solidFill>
                <a:schemeClr val="accent2"/>
              </a:solidFill>
            </a:endParaRPr>
          </a:p>
        </p:txBody>
      </p:sp>
      <p:pic>
        <p:nvPicPr>
          <p:cNvPr id="432" name="Google Shape;432;g3f6754bd396_0_3" title="Screenshot 2026-08-05 at 9.45.33 PM.png"/>
          <p:cNvPicPr preferRelativeResize="0"/>
          <p:nvPr/>
        </p:nvPicPr>
        <p:blipFill rotWithShape="1">
          <a:blip r:embed="rId3">
            <a:alphaModFix/>
          </a:blip>
          <a:srcRect/>
          <a:stretch/>
        </p:blipFill>
        <p:spPr>
          <a:xfrm>
            <a:off x="3390525" y="2779050"/>
            <a:ext cx="3051300" cy="2266000"/>
          </a:xfrm>
          <a:prstGeom prst="rect">
            <a:avLst/>
          </a:prstGeom>
          <a:noFill/>
          <a:ln>
            <a:noFill/>
          </a:ln>
        </p:spPr>
      </p:pic>
      <p:pic>
        <p:nvPicPr>
          <p:cNvPr id="433" name="Google Shape;433;g3f6754bd396_0_3" title="Screenshot 2026-08-05 at 9.45.45 PM.png"/>
          <p:cNvPicPr preferRelativeResize="0"/>
          <p:nvPr/>
        </p:nvPicPr>
        <p:blipFill rotWithShape="1">
          <a:blip r:embed="rId4">
            <a:alphaModFix/>
          </a:blip>
          <a:srcRect/>
          <a:stretch/>
        </p:blipFill>
        <p:spPr>
          <a:xfrm>
            <a:off x="5924475" y="463819"/>
            <a:ext cx="3051299" cy="2423707"/>
          </a:xfrm>
          <a:prstGeom prst="rect">
            <a:avLst/>
          </a:prstGeom>
          <a:noFill/>
          <a:ln>
            <a:noFill/>
          </a:ln>
        </p:spPr>
      </p:pic>
      <p:sp>
        <p:nvSpPr>
          <p:cNvPr id="434" name="Google Shape;434;g3f6754bd396_0_3"/>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5</a:t>
            </a:r>
            <a:endParaRPr>
              <a:solidFill>
                <a:schemeClr val="lt2"/>
              </a:solidFill>
            </a:endParaRPr>
          </a:p>
        </p:txBody>
      </p:sp>
      <p:pic>
        <p:nvPicPr>
          <p:cNvPr id="3" name="Picture 2">
            <a:extLst>
              <a:ext uri="{FF2B5EF4-FFF2-40B4-BE49-F238E27FC236}">
                <a16:creationId xmlns:a16="http://schemas.microsoft.com/office/drawing/2014/main" id="{8652283B-0E28-F8F0-5C70-F98D15B416A1}"/>
              </a:ext>
            </a:extLst>
          </p:cNvPr>
          <p:cNvPicPr>
            <a:picLocks noChangeAspect="1"/>
          </p:cNvPicPr>
          <p:nvPr/>
        </p:nvPicPr>
        <p:blipFill>
          <a:blip r:embed="rId5"/>
          <a:stretch>
            <a:fillRect/>
          </a:stretch>
        </p:blipFill>
        <p:spPr>
          <a:xfrm>
            <a:off x="50449" y="628650"/>
            <a:ext cx="3341401" cy="24740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7"/>
          <p:cNvSpPr/>
          <p:nvPr/>
        </p:nvSpPr>
        <p:spPr>
          <a:xfrm>
            <a:off x="622777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40" name="Google Shape;440;p7"/>
          <p:cNvSpPr/>
          <p:nvPr/>
        </p:nvSpPr>
        <p:spPr>
          <a:xfrm>
            <a:off x="3182850"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41" name="Google Shape;441;p7"/>
          <p:cNvSpPr/>
          <p:nvPr/>
        </p:nvSpPr>
        <p:spPr>
          <a:xfrm>
            <a:off x="13792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42" name="Google Shape;442;p7"/>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Methodology</a:t>
            </a:r>
            <a:endParaRPr>
              <a:solidFill>
                <a:srgbClr val="4BACFE"/>
              </a:solidFill>
            </a:endParaRPr>
          </a:p>
        </p:txBody>
      </p:sp>
      <p:sp>
        <p:nvSpPr>
          <p:cNvPr id="443" name="Google Shape;443;p7"/>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6</a:t>
            </a:r>
            <a:endParaRPr>
              <a:solidFill>
                <a:schemeClr val="lt2"/>
              </a:solidFill>
            </a:endParaRPr>
          </a:p>
        </p:txBody>
      </p:sp>
      <p:cxnSp>
        <p:nvCxnSpPr>
          <p:cNvPr id="444" name="Google Shape;444;p7"/>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445" name="Google Shape;445;p7"/>
          <p:cNvSpPr txBox="1">
            <a:spLocks noGrp="1"/>
          </p:cNvSpPr>
          <p:nvPr>
            <p:ph type="body" idx="4294967295"/>
          </p:nvPr>
        </p:nvSpPr>
        <p:spPr>
          <a:xfrm>
            <a:off x="256025" y="2299189"/>
            <a:ext cx="2402100" cy="1977600"/>
          </a:xfrm>
          <a:prstGeom prst="rect">
            <a:avLst/>
          </a:prstGeom>
          <a:noFill/>
          <a:ln>
            <a:noFill/>
          </a:ln>
        </p:spPr>
        <p:txBody>
          <a:bodyPr spcFirstLastPara="1" wrap="square" lIns="91425" tIns="91425" rIns="91425" bIns="91425" anchor="t" anchorCtr="0">
            <a:noAutofit/>
          </a:bodyPr>
          <a:lstStyle/>
          <a:p>
            <a:pPr marL="457200" marR="0" lvl="0" indent="-285750" algn="l" rtl="0">
              <a:lnSpc>
                <a:spcPct val="100000"/>
              </a:lnSpc>
              <a:spcBef>
                <a:spcPts val="0"/>
              </a:spcBef>
              <a:spcAft>
                <a:spcPts val="0"/>
              </a:spcAft>
              <a:buSzPts val="900"/>
              <a:buChar char="●"/>
            </a:pPr>
            <a:r>
              <a:rPr lang="en"/>
              <a:t>We had 30 demographic, family, school, and lifestyle predictor variables that were used to predict a binary pass/fail target.</a:t>
            </a:r>
            <a:endParaRPr/>
          </a:p>
          <a:p>
            <a:pPr marL="457200" marR="0" lvl="0" indent="-285750" algn="l" rtl="0">
              <a:lnSpc>
                <a:spcPct val="100000"/>
              </a:lnSpc>
              <a:spcBef>
                <a:spcPts val="0"/>
              </a:spcBef>
              <a:spcAft>
                <a:spcPts val="0"/>
              </a:spcAft>
              <a:buSzPts val="900"/>
              <a:buChar char="●"/>
            </a:pPr>
            <a:r>
              <a:rPr lang="en"/>
              <a:t>First and second period grades and previous semester grades were excluded as predictors as we were interested solely in early prediction, rather than prediction after gathered data of repeated successes/failures.</a:t>
            </a:r>
            <a:endParaRPr/>
          </a:p>
          <a:p>
            <a:pPr marL="457200" marR="0" lvl="0" indent="-228600" algn="l" rtl="0">
              <a:lnSpc>
                <a:spcPct val="100000"/>
              </a:lnSpc>
              <a:spcBef>
                <a:spcPts val="0"/>
              </a:spcBef>
              <a:spcAft>
                <a:spcPts val="0"/>
              </a:spcAft>
              <a:buSzPts val="900"/>
              <a:buNone/>
            </a:pPr>
            <a:endParaRPr/>
          </a:p>
        </p:txBody>
      </p:sp>
      <p:sp>
        <p:nvSpPr>
          <p:cNvPr id="446" name="Google Shape;446;p7"/>
          <p:cNvSpPr txBox="1">
            <a:spLocks noGrp="1"/>
          </p:cNvSpPr>
          <p:nvPr>
            <p:ph type="body" idx="4294967295"/>
          </p:nvPr>
        </p:nvSpPr>
        <p:spPr>
          <a:xfrm>
            <a:off x="3370950" y="2299168"/>
            <a:ext cx="2402100" cy="2026800"/>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0"/>
              </a:spcBef>
              <a:spcAft>
                <a:spcPts val="0"/>
              </a:spcAft>
              <a:buSzPts val="900"/>
              <a:buChar char="●"/>
            </a:pPr>
            <a:r>
              <a:rPr lang="en"/>
              <a:t>We used four techniques including logistic regression, classification and regression trees, K-nearest neighbors, and clustering.</a:t>
            </a:r>
            <a:endParaRPr/>
          </a:p>
          <a:p>
            <a:pPr marL="457200" lvl="0" indent="-285750" algn="l" rtl="0">
              <a:lnSpc>
                <a:spcPct val="115000"/>
              </a:lnSpc>
              <a:spcBef>
                <a:spcPts val="0"/>
              </a:spcBef>
              <a:spcAft>
                <a:spcPts val="0"/>
              </a:spcAft>
              <a:buSzPts val="900"/>
              <a:buChar char="●"/>
            </a:pPr>
            <a:r>
              <a:rPr lang="en"/>
              <a:t>Within our classification trees, we used 5-fold cross validation. We used K-means in our clustering. Additionally, we used 5-fold cross validation and standardization in our K-nearest neighbors model.</a:t>
            </a:r>
            <a:endParaRPr/>
          </a:p>
          <a:p>
            <a:pPr marL="457200" lvl="0" indent="-228600" algn="l" rtl="0">
              <a:lnSpc>
                <a:spcPct val="115000"/>
              </a:lnSpc>
              <a:spcBef>
                <a:spcPts val="0"/>
              </a:spcBef>
              <a:spcAft>
                <a:spcPts val="0"/>
              </a:spcAft>
              <a:buSzPts val="900"/>
              <a:buNone/>
            </a:pPr>
            <a:endParaRPr/>
          </a:p>
        </p:txBody>
      </p:sp>
      <p:sp>
        <p:nvSpPr>
          <p:cNvPr id="447" name="Google Shape;447;p7"/>
          <p:cNvSpPr txBox="1">
            <a:spLocks noGrp="1"/>
          </p:cNvSpPr>
          <p:nvPr>
            <p:ph type="body" idx="4294967295"/>
          </p:nvPr>
        </p:nvSpPr>
        <p:spPr>
          <a:xfrm>
            <a:off x="6386275" y="2287235"/>
            <a:ext cx="2402100" cy="2001600"/>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0"/>
              </a:spcBef>
              <a:spcAft>
                <a:spcPts val="0"/>
              </a:spcAft>
              <a:buSzPts val="900"/>
              <a:buChar char="●"/>
            </a:pPr>
            <a:r>
              <a:rPr lang="en"/>
              <a:t>All supervised learning models used an 80/20 stratified train/test split and were tested on accuracy of predictions with particular attention to the fail class, since we were attempting to create models to best identify at-risk students first.</a:t>
            </a:r>
            <a:endParaRPr/>
          </a:p>
          <a:p>
            <a:pPr marL="457200" lvl="0" indent="0" algn="l" rtl="0">
              <a:lnSpc>
                <a:spcPct val="115000"/>
              </a:lnSpc>
              <a:spcBef>
                <a:spcPts val="0"/>
              </a:spcBef>
              <a:spcAft>
                <a:spcPts val="0"/>
              </a:spcAft>
              <a:buSzPts val="900"/>
              <a:buNone/>
            </a:pPr>
            <a:endParaRPr/>
          </a:p>
        </p:txBody>
      </p:sp>
      <p:sp>
        <p:nvSpPr>
          <p:cNvPr id="448" name="Google Shape;448;p7"/>
          <p:cNvSpPr txBox="1">
            <a:spLocks noGrp="1"/>
          </p:cNvSpPr>
          <p:nvPr>
            <p:ph type="title" idx="3"/>
          </p:nvPr>
        </p:nvSpPr>
        <p:spPr>
          <a:xfrm>
            <a:off x="326025" y="19381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Variables</a:t>
            </a:r>
            <a:endParaRPr sz="1800"/>
          </a:p>
        </p:txBody>
      </p:sp>
      <p:sp>
        <p:nvSpPr>
          <p:cNvPr id="449" name="Google Shape;449;p7"/>
          <p:cNvSpPr txBox="1">
            <a:spLocks noGrp="1"/>
          </p:cNvSpPr>
          <p:nvPr>
            <p:ph type="title" idx="5"/>
          </p:nvPr>
        </p:nvSpPr>
        <p:spPr>
          <a:xfrm>
            <a:off x="3340591" y="19381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Models</a:t>
            </a:r>
            <a:endParaRPr sz="1800"/>
          </a:p>
        </p:txBody>
      </p:sp>
      <p:sp>
        <p:nvSpPr>
          <p:cNvPr id="450" name="Google Shape;450;p7"/>
          <p:cNvSpPr txBox="1">
            <a:spLocks noGrp="1"/>
          </p:cNvSpPr>
          <p:nvPr>
            <p:ph type="title" idx="7"/>
          </p:nvPr>
        </p:nvSpPr>
        <p:spPr>
          <a:xfrm>
            <a:off x="6415882" y="19062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Modeling Methods</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8"/>
          <p:cNvSpPr/>
          <p:nvPr/>
        </p:nvSpPr>
        <p:spPr>
          <a:xfrm>
            <a:off x="137925" y="1326525"/>
            <a:ext cx="3350400" cy="36990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56" name="Google Shape;456;p8"/>
          <p:cNvSpPr txBox="1">
            <a:spLocks noGrp="1"/>
          </p:cNvSpPr>
          <p:nvPr>
            <p:ph type="title"/>
          </p:nvPr>
        </p:nvSpPr>
        <p:spPr>
          <a:xfrm>
            <a:off x="256025" y="213150"/>
            <a:ext cx="79860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Results and Findings - Logistic Regression</a:t>
            </a:r>
            <a:endParaRPr>
              <a:solidFill>
                <a:srgbClr val="4BACFE"/>
              </a:solidFill>
            </a:endParaRPr>
          </a:p>
        </p:txBody>
      </p:sp>
      <p:sp>
        <p:nvSpPr>
          <p:cNvPr id="457" name="Google Shape;457;p8"/>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7</a:t>
            </a:r>
            <a:endParaRPr>
              <a:solidFill>
                <a:schemeClr val="lt2"/>
              </a:solidFill>
            </a:endParaRPr>
          </a:p>
        </p:txBody>
      </p:sp>
      <p:cxnSp>
        <p:nvCxnSpPr>
          <p:cNvPr id="458" name="Google Shape;458;p8"/>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459" name="Google Shape;459;p8"/>
          <p:cNvSpPr txBox="1">
            <a:spLocks noGrp="1"/>
          </p:cNvSpPr>
          <p:nvPr>
            <p:ph type="body" idx="4294967295"/>
          </p:nvPr>
        </p:nvSpPr>
        <p:spPr>
          <a:xfrm>
            <a:off x="256025" y="1809300"/>
            <a:ext cx="2998500" cy="2957400"/>
          </a:xfrm>
          <a:prstGeom prst="rect">
            <a:avLst/>
          </a:prstGeom>
          <a:noFill/>
          <a:ln>
            <a:noFill/>
          </a:ln>
        </p:spPr>
        <p:txBody>
          <a:bodyPr spcFirstLastPara="1" wrap="square" lIns="91425" tIns="91425" rIns="91425" bIns="91425" anchor="t" anchorCtr="0">
            <a:noAutofit/>
          </a:bodyPr>
          <a:lstStyle/>
          <a:p>
            <a:pPr marL="457200" marR="0" lvl="0" indent="-295275" algn="l" rtl="0">
              <a:lnSpc>
                <a:spcPct val="100000"/>
              </a:lnSpc>
              <a:spcBef>
                <a:spcPts val="0"/>
              </a:spcBef>
              <a:spcAft>
                <a:spcPts val="0"/>
              </a:spcAft>
              <a:buSzPts val="1050"/>
              <a:buChar char="●"/>
            </a:pPr>
            <a:r>
              <a:rPr lang="en" sz="1050" b="1"/>
              <a:t>Key Result</a:t>
            </a:r>
            <a:r>
              <a:rPr lang="en" sz="1050"/>
              <a:t>: Demographic factors alone are not enough to accurately predict student performance</a:t>
            </a:r>
            <a:endParaRPr sz="1050"/>
          </a:p>
          <a:p>
            <a:pPr marL="914400" marR="0" lvl="1" indent="-295275" algn="l" rtl="0">
              <a:lnSpc>
                <a:spcPct val="100000"/>
              </a:lnSpc>
              <a:spcBef>
                <a:spcPts val="0"/>
              </a:spcBef>
              <a:spcAft>
                <a:spcPts val="0"/>
              </a:spcAft>
              <a:buSzPts val="1050"/>
              <a:buChar char="○"/>
            </a:pPr>
            <a:r>
              <a:rPr lang="en" sz="1050"/>
              <a:t>An AUC value of 0.59 means that our model is barely better than than  random guessing</a:t>
            </a:r>
            <a:endParaRPr sz="1050"/>
          </a:p>
          <a:p>
            <a:pPr marL="914400" marR="0" lvl="0" indent="0" algn="l" rtl="0">
              <a:lnSpc>
                <a:spcPct val="100000"/>
              </a:lnSpc>
              <a:spcBef>
                <a:spcPts val="0"/>
              </a:spcBef>
              <a:spcAft>
                <a:spcPts val="0"/>
              </a:spcAft>
              <a:buSzPts val="900"/>
              <a:buNone/>
            </a:pPr>
            <a:endParaRPr sz="1050"/>
          </a:p>
          <a:p>
            <a:pPr marL="457200" marR="0" lvl="0" indent="-295275" algn="l" rtl="0">
              <a:lnSpc>
                <a:spcPct val="100000"/>
              </a:lnSpc>
              <a:spcBef>
                <a:spcPts val="0"/>
              </a:spcBef>
              <a:spcAft>
                <a:spcPts val="0"/>
              </a:spcAft>
              <a:buSzPts val="1050"/>
              <a:buChar char="●"/>
            </a:pPr>
            <a:r>
              <a:rPr lang="en" sz="1050" b="1"/>
              <a:t>Implication</a:t>
            </a:r>
            <a:r>
              <a:rPr lang="en" sz="1050"/>
              <a:t>: Only 1 in 3 students were correctly identified that would fail the course, rendering our model ineffective at prevention</a:t>
            </a:r>
            <a:endParaRPr sz="1050"/>
          </a:p>
          <a:p>
            <a:pPr marL="457200" marR="0" lvl="0" indent="0" algn="l" rtl="0">
              <a:lnSpc>
                <a:spcPct val="100000"/>
              </a:lnSpc>
              <a:spcBef>
                <a:spcPts val="0"/>
              </a:spcBef>
              <a:spcAft>
                <a:spcPts val="0"/>
              </a:spcAft>
              <a:buSzPts val="900"/>
              <a:buNone/>
            </a:pPr>
            <a:endParaRPr sz="1050"/>
          </a:p>
          <a:p>
            <a:pPr marL="457200" marR="0" lvl="0" indent="-295275" algn="l" rtl="0">
              <a:lnSpc>
                <a:spcPct val="100000"/>
              </a:lnSpc>
              <a:spcBef>
                <a:spcPts val="0"/>
              </a:spcBef>
              <a:spcAft>
                <a:spcPts val="0"/>
              </a:spcAft>
              <a:buSzPts val="1050"/>
              <a:buChar char="●"/>
            </a:pPr>
            <a:r>
              <a:rPr lang="en" sz="1050" b="1"/>
              <a:t>Bottom line: </a:t>
            </a:r>
            <a:r>
              <a:rPr lang="en" sz="1050"/>
              <a:t>Based on logistic regression alone, we would be better served if prior grades were used in testing.</a:t>
            </a:r>
            <a:endParaRPr sz="1050"/>
          </a:p>
        </p:txBody>
      </p:sp>
      <p:sp>
        <p:nvSpPr>
          <p:cNvPr id="460" name="Google Shape;460;p8"/>
          <p:cNvSpPr txBox="1">
            <a:spLocks noGrp="1"/>
          </p:cNvSpPr>
          <p:nvPr>
            <p:ph type="title" idx="3"/>
          </p:nvPr>
        </p:nvSpPr>
        <p:spPr>
          <a:xfrm>
            <a:off x="554225" y="141888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Key Findings</a:t>
            </a:r>
            <a:endParaRPr sz="1800"/>
          </a:p>
        </p:txBody>
      </p:sp>
      <p:pic>
        <p:nvPicPr>
          <p:cNvPr id="461" name="Google Shape;461;p8"/>
          <p:cNvPicPr preferRelativeResize="0"/>
          <p:nvPr/>
        </p:nvPicPr>
        <p:blipFill rotWithShape="1">
          <a:blip r:embed="rId3">
            <a:alphaModFix/>
          </a:blip>
          <a:srcRect/>
          <a:stretch/>
        </p:blipFill>
        <p:spPr>
          <a:xfrm>
            <a:off x="3624675" y="1326525"/>
            <a:ext cx="2754999" cy="2148675"/>
          </a:xfrm>
          <a:prstGeom prst="rect">
            <a:avLst/>
          </a:prstGeom>
          <a:noFill/>
          <a:ln>
            <a:noFill/>
          </a:ln>
        </p:spPr>
      </p:pic>
      <p:pic>
        <p:nvPicPr>
          <p:cNvPr id="462" name="Google Shape;462;p8"/>
          <p:cNvPicPr preferRelativeResize="0"/>
          <p:nvPr/>
        </p:nvPicPr>
        <p:blipFill rotWithShape="1">
          <a:blip r:embed="rId4">
            <a:alphaModFix/>
          </a:blip>
          <a:srcRect/>
          <a:stretch/>
        </p:blipFill>
        <p:spPr>
          <a:xfrm>
            <a:off x="6379674" y="3075375"/>
            <a:ext cx="2658113" cy="20226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9"/>
          <p:cNvSpPr/>
          <p:nvPr/>
        </p:nvSpPr>
        <p:spPr>
          <a:xfrm>
            <a:off x="24052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68" name="Google Shape;468;p9"/>
          <p:cNvSpPr txBox="1">
            <a:spLocks noGrp="1"/>
          </p:cNvSpPr>
          <p:nvPr>
            <p:ph type="title"/>
          </p:nvPr>
        </p:nvSpPr>
        <p:spPr>
          <a:xfrm>
            <a:off x="256025" y="213150"/>
            <a:ext cx="82914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Results and Findings - K Nearest Neighbors</a:t>
            </a:r>
            <a:endParaRPr>
              <a:solidFill>
                <a:srgbClr val="4BACFE"/>
              </a:solidFill>
            </a:endParaRPr>
          </a:p>
        </p:txBody>
      </p:sp>
      <p:sp>
        <p:nvSpPr>
          <p:cNvPr id="469" name="Google Shape;469;p9"/>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8</a:t>
            </a:r>
            <a:endParaRPr>
              <a:solidFill>
                <a:schemeClr val="lt2"/>
              </a:solidFill>
            </a:endParaRPr>
          </a:p>
        </p:txBody>
      </p:sp>
      <p:cxnSp>
        <p:nvCxnSpPr>
          <p:cNvPr id="470" name="Google Shape;470;p9"/>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471" name="Google Shape;471;p9"/>
          <p:cNvSpPr txBox="1">
            <a:spLocks noGrp="1"/>
          </p:cNvSpPr>
          <p:nvPr>
            <p:ph type="body" idx="4294967295"/>
          </p:nvPr>
        </p:nvSpPr>
        <p:spPr>
          <a:xfrm>
            <a:off x="358625" y="2299189"/>
            <a:ext cx="2402100" cy="1977600"/>
          </a:xfrm>
          <a:prstGeom prst="rect">
            <a:avLst/>
          </a:prstGeom>
          <a:noFill/>
          <a:ln>
            <a:noFill/>
          </a:ln>
        </p:spPr>
        <p:txBody>
          <a:bodyPr spcFirstLastPara="1" wrap="square" lIns="91425" tIns="91425" rIns="91425" bIns="91425" anchor="t" anchorCtr="0">
            <a:noAutofit/>
          </a:bodyPr>
          <a:lstStyle/>
          <a:p>
            <a:pPr marL="457200" marR="0" lvl="0" indent="-285750" algn="l" rtl="0">
              <a:lnSpc>
                <a:spcPct val="100000"/>
              </a:lnSpc>
              <a:spcBef>
                <a:spcPts val="0"/>
              </a:spcBef>
              <a:spcAft>
                <a:spcPts val="0"/>
              </a:spcAft>
              <a:buSzPts val="900"/>
              <a:buChar char="●"/>
            </a:pPr>
            <a:r>
              <a:rPr lang="en"/>
              <a:t>Targeting Pass / Fail, where G3 &gt;= 10 is passing</a:t>
            </a:r>
            <a:endParaRPr/>
          </a:p>
          <a:p>
            <a:pPr marL="457200" marR="0" lvl="0" indent="-285750" algn="l" rtl="0">
              <a:lnSpc>
                <a:spcPct val="100000"/>
              </a:lnSpc>
              <a:spcBef>
                <a:spcPts val="0"/>
              </a:spcBef>
              <a:spcAft>
                <a:spcPts val="0"/>
              </a:spcAft>
              <a:buSzPts val="900"/>
              <a:buChar char="●"/>
            </a:pPr>
            <a:r>
              <a:rPr lang="en"/>
              <a:t>80/20 stratified train-test split with predictors standardized for distance calculations</a:t>
            </a:r>
            <a:endParaRPr/>
          </a:p>
          <a:p>
            <a:pPr marL="457200" marR="0" lvl="0" indent="-285750" algn="l" rtl="0">
              <a:lnSpc>
                <a:spcPct val="100000"/>
              </a:lnSpc>
              <a:spcBef>
                <a:spcPts val="0"/>
              </a:spcBef>
              <a:spcAft>
                <a:spcPts val="0"/>
              </a:spcAft>
              <a:buSzPts val="900"/>
              <a:buChar char="●"/>
            </a:pPr>
            <a:r>
              <a:rPr lang="en"/>
              <a:t>Tuning: tested k = 1-20 using 5-fold cross validation</a:t>
            </a:r>
            <a:endParaRPr/>
          </a:p>
          <a:p>
            <a:pPr marL="457200" marR="0" lvl="0" indent="-285750" algn="l" rtl="0">
              <a:lnSpc>
                <a:spcPct val="100000"/>
              </a:lnSpc>
              <a:spcBef>
                <a:spcPts val="0"/>
              </a:spcBef>
              <a:spcAft>
                <a:spcPts val="0"/>
              </a:spcAft>
              <a:buSzPts val="900"/>
              <a:buChar char="●"/>
            </a:pPr>
            <a:r>
              <a:rPr lang="en"/>
              <a:t>k = 15</a:t>
            </a:r>
            <a:endParaRPr/>
          </a:p>
        </p:txBody>
      </p:sp>
      <p:sp>
        <p:nvSpPr>
          <p:cNvPr id="472" name="Google Shape;472;p9"/>
          <p:cNvSpPr txBox="1">
            <a:spLocks noGrp="1"/>
          </p:cNvSpPr>
          <p:nvPr>
            <p:ph type="title" idx="3"/>
          </p:nvPr>
        </p:nvSpPr>
        <p:spPr>
          <a:xfrm>
            <a:off x="428625" y="19381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Model Setup</a:t>
            </a:r>
            <a:endParaRPr sz="1800"/>
          </a:p>
        </p:txBody>
      </p:sp>
      <p:sp>
        <p:nvSpPr>
          <p:cNvPr id="473" name="Google Shape;473;p9"/>
          <p:cNvSpPr/>
          <p:nvPr/>
        </p:nvSpPr>
        <p:spPr>
          <a:xfrm>
            <a:off x="3182850"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74" name="Google Shape;474;p9"/>
          <p:cNvSpPr txBox="1">
            <a:spLocks noGrp="1"/>
          </p:cNvSpPr>
          <p:nvPr>
            <p:ph type="body" idx="4294967295"/>
          </p:nvPr>
        </p:nvSpPr>
        <p:spPr>
          <a:xfrm>
            <a:off x="3300950" y="2299189"/>
            <a:ext cx="2402100" cy="1977600"/>
          </a:xfrm>
          <a:prstGeom prst="rect">
            <a:avLst/>
          </a:prstGeom>
          <a:noFill/>
          <a:ln>
            <a:noFill/>
          </a:ln>
        </p:spPr>
        <p:txBody>
          <a:bodyPr spcFirstLastPara="1" wrap="square" lIns="91425" tIns="91425" rIns="91425" bIns="91425" anchor="t" anchorCtr="0">
            <a:noAutofit/>
          </a:bodyPr>
          <a:lstStyle/>
          <a:p>
            <a:pPr marL="457200" marR="0" lvl="0" indent="-285750" algn="l" rtl="0">
              <a:lnSpc>
                <a:spcPct val="100000"/>
              </a:lnSpc>
              <a:spcBef>
                <a:spcPts val="0"/>
              </a:spcBef>
              <a:spcAft>
                <a:spcPts val="0"/>
              </a:spcAft>
              <a:buSzPts val="900"/>
              <a:buChar char="●"/>
            </a:pPr>
            <a:r>
              <a:rPr lang="en"/>
              <a:t>Cross-Validation Accuracy: 68.7%</a:t>
            </a:r>
            <a:endParaRPr/>
          </a:p>
          <a:p>
            <a:pPr marL="457200" marR="0" lvl="0" indent="-285750" algn="l" rtl="0">
              <a:lnSpc>
                <a:spcPct val="100000"/>
              </a:lnSpc>
              <a:spcBef>
                <a:spcPts val="0"/>
              </a:spcBef>
              <a:spcAft>
                <a:spcPts val="0"/>
              </a:spcAft>
              <a:buSzPts val="900"/>
              <a:buChar char="●"/>
            </a:pPr>
            <a:r>
              <a:rPr lang="en"/>
              <a:t>Test Accuracy: 68.4%</a:t>
            </a:r>
            <a:endParaRPr/>
          </a:p>
          <a:p>
            <a:pPr marL="457200" marR="0" lvl="0" indent="-285750" algn="l" rtl="0">
              <a:lnSpc>
                <a:spcPct val="100000"/>
              </a:lnSpc>
              <a:spcBef>
                <a:spcPts val="0"/>
              </a:spcBef>
              <a:spcAft>
                <a:spcPts val="0"/>
              </a:spcAft>
              <a:buSzPts val="900"/>
              <a:buChar char="●"/>
            </a:pPr>
            <a:r>
              <a:rPr lang="en"/>
              <a:t>AUC: 45.8%</a:t>
            </a:r>
            <a:endParaRPr/>
          </a:p>
          <a:p>
            <a:pPr marL="457200" marR="0" lvl="0" indent="-285750" algn="l" rtl="0">
              <a:lnSpc>
                <a:spcPct val="100000"/>
              </a:lnSpc>
              <a:spcBef>
                <a:spcPts val="0"/>
              </a:spcBef>
              <a:spcAft>
                <a:spcPts val="0"/>
              </a:spcAft>
              <a:buSzPts val="900"/>
              <a:buChar char="●"/>
            </a:pPr>
            <a:r>
              <a:rPr lang="en"/>
              <a:t>Fail Recall: 8%</a:t>
            </a:r>
            <a:endParaRPr/>
          </a:p>
        </p:txBody>
      </p:sp>
      <p:sp>
        <p:nvSpPr>
          <p:cNvPr id="475" name="Google Shape;475;p9"/>
          <p:cNvSpPr txBox="1">
            <a:spLocks noGrp="1"/>
          </p:cNvSpPr>
          <p:nvPr>
            <p:ph type="title" idx="3"/>
          </p:nvPr>
        </p:nvSpPr>
        <p:spPr>
          <a:xfrm>
            <a:off x="3370950" y="19381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Performance</a:t>
            </a:r>
            <a:endParaRPr sz="1800"/>
          </a:p>
        </p:txBody>
      </p:sp>
      <p:sp>
        <p:nvSpPr>
          <p:cNvPr id="476" name="Google Shape;476;p9"/>
          <p:cNvSpPr/>
          <p:nvPr/>
        </p:nvSpPr>
        <p:spPr>
          <a:xfrm>
            <a:off x="612517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77" name="Google Shape;477;p9"/>
          <p:cNvSpPr txBox="1">
            <a:spLocks noGrp="1"/>
          </p:cNvSpPr>
          <p:nvPr>
            <p:ph type="body" idx="4294967295"/>
          </p:nvPr>
        </p:nvSpPr>
        <p:spPr>
          <a:xfrm>
            <a:off x="6243275" y="2299189"/>
            <a:ext cx="2402100" cy="1977600"/>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0"/>
              </a:spcBef>
              <a:spcAft>
                <a:spcPts val="0"/>
              </a:spcAft>
              <a:buClr>
                <a:srgbClr val="000000"/>
              </a:buClr>
              <a:buSzPts val="900"/>
              <a:buChar char="●"/>
            </a:pPr>
            <a:r>
              <a:rPr lang="en">
                <a:solidFill>
                  <a:srgbClr val="000000"/>
                </a:solidFill>
              </a:rPr>
              <a:t>KNN achieved reasonable accuracy, but did not perform well at identifying students who ultimately failed.</a:t>
            </a:r>
            <a:endParaRPr>
              <a:solidFill>
                <a:srgbClr val="000000"/>
              </a:solidFill>
            </a:endParaRPr>
          </a:p>
          <a:p>
            <a:pPr marL="457200" lvl="0" indent="-285750" algn="l" rtl="0">
              <a:lnSpc>
                <a:spcPct val="115000"/>
              </a:lnSpc>
              <a:spcBef>
                <a:spcPts val="0"/>
              </a:spcBef>
              <a:spcAft>
                <a:spcPts val="0"/>
              </a:spcAft>
              <a:buClr>
                <a:srgbClr val="000000"/>
              </a:buClr>
              <a:buSzPts val="900"/>
              <a:buChar char="●"/>
            </a:pPr>
            <a:r>
              <a:rPr lang="en">
                <a:solidFill>
                  <a:srgbClr val="000000"/>
                </a:solidFill>
              </a:rPr>
              <a:t>Correctly identified 52 of 53 students who passed</a:t>
            </a:r>
            <a:endParaRPr>
              <a:solidFill>
                <a:srgbClr val="000000"/>
              </a:solidFill>
            </a:endParaRPr>
          </a:p>
          <a:p>
            <a:pPr marL="457200" lvl="0" indent="-285750" algn="l" rtl="0">
              <a:lnSpc>
                <a:spcPct val="115000"/>
              </a:lnSpc>
              <a:spcBef>
                <a:spcPts val="0"/>
              </a:spcBef>
              <a:spcAft>
                <a:spcPts val="0"/>
              </a:spcAft>
              <a:buClr>
                <a:srgbClr val="000000"/>
              </a:buClr>
              <a:buSzPts val="900"/>
              <a:buChar char="●"/>
            </a:pPr>
            <a:r>
              <a:rPr lang="en">
                <a:solidFill>
                  <a:srgbClr val="000000"/>
                </a:solidFill>
              </a:rPr>
              <a:t>Correctly identified 2 of 26 who failed</a:t>
            </a:r>
            <a:endParaRPr>
              <a:solidFill>
                <a:srgbClr val="000000"/>
              </a:solidFill>
            </a:endParaRPr>
          </a:p>
          <a:p>
            <a:pPr marL="0" marR="0" lvl="0" indent="0" algn="l" rtl="0">
              <a:lnSpc>
                <a:spcPct val="100000"/>
              </a:lnSpc>
              <a:spcBef>
                <a:spcPts val="0"/>
              </a:spcBef>
              <a:spcAft>
                <a:spcPts val="0"/>
              </a:spcAft>
              <a:buSzPts val="900"/>
              <a:buNone/>
            </a:pPr>
            <a:endParaRPr/>
          </a:p>
        </p:txBody>
      </p:sp>
      <p:sp>
        <p:nvSpPr>
          <p:cNvPr id="478" name="Google Shape;478;p9"/>
          <p:cNvSpPr txBox="1">
            <a:spLocks noGrp="1"/>
          </p:cNvSpPr>
          <p:nvPr>
            <p:ph type="title" idx="3"/>
          </p:nvPr>
        </p:nvSpPr>
        <p:spPr>
          <a:xfrm>
            <a:off x="6313275" y="19381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Key Findings</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3f6f1ffe01e_0_13"/>
          <p:cNvSpPr txBox="1">
            <a:spLocks noGrp="1"/>
          </p:cNvSpPr>
          <p:nvPr>
            <p:ph type="title"/>
          </p:nvPr>
        </p:nvSpPr>
        <p:spPr>
          <a:xfrm>
            <a:off x="256025" y="213150"/>
            <a:ext cx="82914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Results and Findings - K Nearest Neighbors</a:t>
            </a:r>
            <a:endParaRPr>
              <a:solidFill>
                <a:srgbClr val="4BACFE"/>
              </a:solidFill>
            </a:endParaRPr>
          </a:p>
        </p:txBody>
      </p:sp>
      <p:sp>
        <p:nvSpPr>
          <p:cNvPr id="484" name="Google Shape;484;g3f6f1ffe01e_0_13"/>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9</a:t>
            </a:r>
            <a:endParaRPr>
              <a:solidFill>
                <a:schemeClr val="lt2"/>
              </a:solidFill>
            </a:endParaRPr>
          </a:p>
        </p:txBody>
      </p:sp>
      <p:cxnSp>
        <p:nvCxnSpPr>
          <p:cNvPr id="485" name="Google Shape;485;g3f6f1ffe01e_0_13"/>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pic>
        <p:nvPicPr>
          <p:cNvPr id="486" name="Google Shape;486;g3f6f1ffe01e_0_13" title="cell-46-output-2.png"/>
          <p:cNvPicPr preferRelativeResize="0"/>
          <p:nvPr/>
        </p:nvPicPr>
        <p:blipFill rotWithShape="1">
          <a:blip r:embed="rId3">
            <a:alphaModFix/>
          </a:blip>
          <a:srcRect/>
          <a:stretch/>
        </p:blipFill>
        <p:spPr>
          <a:xfrm>
            <a:off x="0" y="1218972"/>
            <a:ext cx="5589478" cy="2645574"/>
          </a:xfrm>
          <a:prstGeom prst="rect">
            <a:avLst/>
          </a:prstGeom>
          <a:noFill/>
          <a:ln>
            <a:noFill/>
          </a:ln>
        </p:spPr>
      </p:pic>
      <p:pic>
        <p:nvPicPr>
          <p:cNvPr id="487" name="Google Shape;487;g3f6f1ffe01e_0_13" title="cell-47-output-2.png"/>
          <p:cNvPicPr preferRelativeResize="0"/>
          <p:nvPr/>
        </p:nvPicPr>
        <p:blipFill rotWithShape="1">
          <a:blip r:embed="rId4">
            <a:alphaModFix/>
          </a:blip>
          <a:srcRect/>
          <a:stretch/>
        </p:blipFill>
        <p:spPr>
          <a:xfrm>
            <a:off x="5589476" y="1218975"/>
            <a:ext cx="3463522" cy="2645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g3f697ecce8d_0_0"/>
          <p:cNvSpPr/>
          <p:nvPr/>
        </p:nvSpPr>
        <p:spPr>
          <a:xfrm>
            <a:off x="622777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93" name="Google Shape;493;g3f697ecce8d_0_0"/>
          <p:cNvSpPr/>
          <p:nvPr/>
        </p:nvSpPr>
        <p:spPr>
          <a:xfrm>
            <a:off x="3152500"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94" name="Google Shape;494;g3f697ecce8d_0_0"/>
          <p:cNvSpPr/>
          <p:nvPr/>
        </p:nvSpPr>
        <p:spPr>
          <a:xfrm>
            <a:off x="13792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95" name="Google Shape;495;g3f697ecce8d_0_0"/>
          <p:cNvSpPr txBox="1">
            <a:spLocks noGrp="1"/>
          </p:cNvSpPr>
          <p:nvPr>
            <p:ph type="title"/>
          </p:nvPr>
        </p:nvSpPr>
        <p:spPr>
          <a:xfrm>
            <a:off x="256025" y="213150"/>
            <a:ext cx="79860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Results and Findings - Classification Tree</a:t>
            </a:r>
            <a:endParaRPr>
              <a:solidFill>
                <a:srgbClr val="4BACFE"/>
              </a:solidFill>
            </a:endParaRPr>
          </a:p>
        </p:txBody>
      </p:sp>
      <p:sp>
        <p:nvSpPr>
          <p:cNvPr id="496" name="Google Shape;496;g3f697ecce8d_0_0"/>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10</a:t>
            </a:r>
            <a:endParaRPr>
              <a:solidFill>
                <a:schemeClr val="lt2"/>
              </a:solidFill>
            </a:endParaRPr>
          </a:p>
        </p:txBody>
      </p:sp>
      <p:cxnSp>
        <p:nvCxnSpPr>
          <p:cNvPr id="497" name="Google Shape;497;g3f697ecce8d_0_0"/>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498" name="Google Shape;498;g3f697ecce8d_0_0"/>
          <p:cNvSpPr txBox="1">
            <a:spLocks noGrp="1"/>
          </p:cNvSpPr>
          <p:nvPr>
            <p:ph type="body" idx="4294967295"/>
          </p:nvPr>
        </p:nvSpPr>
        <p:spPr>
          <a:xfrm>
            <a:off x="256025" y="2299189"/>
            <a:ext cx="2402100" cy="1977600"/>
          </a:xfrm>
          <a:prstGeom prst="rect">
            <a:avLst/>
          </a:prstGeom>
          <a:noFill/>
          <a:ln>
            <a:noFill/>
          </a:ln>
        </p:spPr>
        <p:txBody>
          <a:bodyPr spcFirstLastPara="1" wrap="square" lIns="91425" tIns="91425" rIns="91425" bIns="91425" anchor="t" anchorCtr="0">
            <a:noAutofit/>
          </a:bodyPr>
          <a:lstStyle/>
          <a:p>
            <a:pPr marL="457200" marR="0" lvl="0" indent="-285750" algn="l" rtl="0">
              <a:lnSpc>
                <a:spcPct val="200000"/>
              </a:lnSpc>
              <a:spcBef>
                <a:spcPts val="0"/>
              </a:spcBef>
              <a:spcAft>
                <a:spcPts val="0"/>
              </a:spcAft>
              <a:buSzPts val="900"/>
              <a:buChar char="●"/>
            </a:pPr>
            <a:r>
              <a:rPr lang="en"/>
              <a:t>Model: Decision Tree Classifier</a:t>
            </a:r>
            <a:endParaRPr/>
          </a:p>
          <a:p>
            <a:pPr marL="457200" marR="0" lvl="0" indent="-285750" algn="l" rtl="0">
              <a:lnSpc>
                <a:spcPct val="200000"/>
              </a:lnSpc>
              <a:spcBef>
                <a:spcPts val="0"/>
              </a:spcBef>
              <a:spcAft>
                <a:spcPts val="0"/>
              </a:spcAft>
              <a:buSzPts val="900"/>
              <a:buChar char="●"/>
            </a:pPr>
            <a:r>
              <a:rPr lang="en"/>
              <a:t>Same 80/20 train-test split</a:t>
            </a:r>
            <a:endParaRPr/>
          </a:p>
          <a:p>
            <a:pPr marL="457200" marR="0" lvl="0" indent="-285750" algn="l" rtl="0">
              <a:lnSpc>
                <a:spcPct val="200000"/>
              </a:lnSpc>
              <a:spcBef>
                <a:spcPts val="0"/>
              </a:spcBef>
              <a:spcAft>
                <a:spcPts val="0"/>
              </a:spcAft>
              <a:buSzPts val="900"/>
              <a:buChar char="●"/>
            </a:pPr>
            <a:r>
              <a:rPr lang="en"/>
              <a:t>Target: Pass vs Fail</a:t>
            </a:r>
            <a:endParaRPr/>
          </a:p>
        </p:txBody>
      </p:sp>
      <p:sp>
        <p:nvSpPr>
          <p:cNvPr id="499" name="Google Shape;499;g3f697ecce8d_0_0"/>
          <p:cNvSpPr txBox="1">
            <a:spLocks noGrp="1"/>
          </p:cNvSpPr>
          <p:nvPr>
            <p:ph type="body" idx="4294967295"/>
          </p:nvPr>
        </p:nvSpPr>
        <p:spPr>
          <a:xfrm>
            <a:off x="3370950" y="2299168"/>
            <a:ext cx="2402100" cy="2026800"/>
          </a:xfrm>
          <a:prstGeom prst="rect">
            <a:avLst/>
          </a:prstGeom>
          <a:noFill/>
          <a:ln>
            <a:noFill/>
          </a:ln>
        </p:spPr>
        <p:txBody>
          <a:bodyPr spcFirstLastPara="1" wrap="square" lIns="91425" tIns="91425" rIns="91425" bIns="91425" anchor="t" anchorCtr="0">
            <a:noAutofit/>
          </a:bodyPr>
          <a:lstStyle/>
          <a:p>
            <a:pPr marL="457200" lvl="0" indent="-285750" algn="l" rtl="0">
              <a:lnSpc>
                <a:spcPct val="200000"/>
              </a:lnSpc>
              <a:spcBef>
                <a:spcPts val="0"/>
              </a:spcBef>
              <a:spcAft>
                <a:spcPts val="0"/>
              </a:spcAft>
              <a:buSzPts val="900"/>
              <a:buChar char="●"/>
            </a:pPr>
            <a:r>
              <a:rPr lang="en"/>
              <a:t>Baseline tree accuracy: 62.0%</a:t>
            </a:r>
            <a:endParaRPr/>
          </a:p>
          <a:p>
            <a:pPr marL="457200" lvl="0" indent="-285750" algn="l" rtl="0">
              <a:lnSpc>
                <a:spcPct val="200000"/>
              </a:lnSpc>
              <a:spcBef>
                <a:spcPts val="0"/>
              </a:spcBef>
              <a:spcAft>
                <a:spcPts val="0"/>
              </a:spcAft>
              <a:buSzPts val="900"/>
              <a:buChar char="●"/>
            </a:pPr>
            <a:r>
              <a:rPr lang="en"/>
              <a:t>Tuned tree accuracy: 67.1%</a:t>
            </a:r>
            <a:endParaRPr/>
          </a:p>
          <a:p>
            <a:pPr marL="457200" lvl="0" indent="-285750" algn="l" rtl="0">
              <a:lnSpc>
                <a:spcPct val="200000"/>
              </a:lnSpc>
              <a:spcBef>
                <a:spcPts val="0"/>
              </a:spcBef>
              <a:spcAft>
                <a:spcPts val="0"/>
              </a:spcAft>
              <a:buSzPts val="900"/>
              <a:buChar char="●"/>
            </a:pPr>
            <a:r>
              <a:rPr lang="en"/>
              <a:t>AUC: 0.588</a:t>
            </a:r>
            <a:endParaRPr/>
          </a:p>
          <a:p>
            <a:pPr marL="457200" lvl="0" indent="-285750" algn="l" rtl="0">
              <a:lnSpc>
                <a:spcPct val="200000"/>
              </a:lnSpc>
              <a:spcBef>
                <a:spcPts val="0"/>
              </a:spcBef>
              <a:spcAft>
                <a:spcPts val="0"/>
              </a:spcAft>
              <a:buSzPts val="900"/>
              <a:buChar char="●"/>
            </a:pPr>
            <a:r>
              <a:rPr lang="en"/>
              <a:t>Fail recall: 35%</a:t>
            </a:r>
            <a:endParaRPr/>
          </a:p>
        </p:txBody>
      </p:sp>
      <p:sp>
        <p:nvSpPr>
          <p:cNvPr id="500" name="Google Shape;500;g3f697ecce8d_0_0"/>
          <p:cNvSpPr txBox="1">
            <a:spLocks noGrp="1"/>
          </p:cNvSpPr>
          <p:nvPr>
            <p:ph type="body" idx="4294967295"/>
          </p:nvPr>
        </p:nvSpPr>
        <p:spPr>
          <a:xfrm>
            <a:off x="6386275" y="2287235"/>
            <a:ext cx="2402100" cy="2001600"/>
          </a:xfrm>
          <a:prstGeom prst="rect">
            <a:avLst/>
          </a:prstGeom>
          <a:noFill/>
          <a:ln>
            <a:noFill/>
          </a:ln>
        </p:spPr>
        <p:txBody>
          <a:bodyPr spcFirstLastPara="1" wrap="square" lIns="91425" tIns="91425" rIns="91425" bIns="91425" anchor="t" anchorCtr="0">
            <a:noAutofit/>
          </a:bodyPr>
          <a:lstStyle/>
          <a:p>
            <a:pPr marL="457200" lvl="0" indent="-285750" algn="l" rtl="0">
              <a:lnSpc>
                <a:spcPct val="200000"/>
              </a:lnSpc>
              <a:spcBef>
                <a:spcPts val="0"/>
              </a:spcBef>
              <a:spcAft>
                <a:spcPts val="0"/>
              </a:spcAft>
              <a:buSzPts val="900"/>
              <a:buChar char="●"/>
            </a:pPr>
            <a:r>
              <a:rPr lang="en"/>
              <a:t>Best depth: 1 via 5-fold CV</a:t>
            </a:r>
            <a:endParaRPr/>
          </a:p>
          <a:p>
            <a:pPr marL="457200" lvl="0" indent="-285750" algn="l" rtl="0">
              <a:lnSpc>
                <a:spcPct val="200000"/>
              </a:lnSpc>
              <a:spcBef>
                <a:spcPts val="0"/>
              </a:spcBef>
              <a:spcAft>
                <a:spcPts val="0"/>
              </a:spcAft>
              <a:buSzPts val="900"/>
              <a:buChar char="●"/>
            </a:pPr>
            <a:r>
              <a:rPr lang="en"/>
              <a:t>Main predictor: past failures</a:t>
            </a:r>
            <a:endParaRPr/>
          </a:p>
          <a:p>
            <a:pPr marL="457200" lvl="0" indent="-285750" algn="l" rtl="0">
              <a:lnSpc>
                <a:spcPct val="200000"/>
              </a:lnSpc>
              <a:spcBef>
                <a:spcPts val="0"/>
              </a:spcBef>
              <a:spcAft>
                <a:spcPts val="0"/>
              </a:spcAft>
              <a:buSzPts val="900"/>
              <a:buChar char="●"/>
            </a:pPr>
            <a:r>
              <a:rPr lang="en"/>
              <a:t>No previous failures -&gt; predicted Pass</a:t>
            </a:r>
            <a:endParaRPr/>
          </a:p>
          <a:p>
            <a:pPr marL="457200" lvl="0" indent="-285750" algn="l" rtl="0">
              <a:lnSpc>
                <a:spcPct val="200000"/>
              </a:lnSpc>
              <a:spcBef>
                <a:spcPts val="0"/>
              </a:spcBef>
              <a:spcAft>
                <a:spcPts val="0"/>
              </a:spcAft>
              <a:buSzPts val="900"/>
              <a:buChar char="●"/>
            </a:pPr>
            <a:r>
              <a:rPr lang="en"/>
              <a:t>One or more failures -&gt; predicted Fail</a:t>
            </a:r>
            <a:endParaRPr/>
          </a:p>
        </p:txBody>
      </p:sp>
      <p:sp>
        <p:nvSpPr>
          <p:cNvPr id="501" name="Google Shape;501;g3f697ecce8d_0_0"/>
          <p:cNvSpPr txBox="1">
            <a:spLocks noGrp="1"/>
          </p:cNvSpPr>
          <p:nvPr>
            <p:ph type="title" idx="3"/>
          </p:nvPr>
        </p:nvSpPr>
        <p:spPr>
          <a:xfrm>
            <a:off x="326025" y="1938131"/>
            <a:ext cx="2402100" cy="3078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2000" b="1"/>
              <a:t>Model Setup</a:t>
            </a:r>
            <a:endParaRPr sz="2000" b="1"/>
          </a:p>
        </p:txBody>
      </p:sp>
      <p:sp>
        <p:nvSpPr>
          <p:cNvPr id="502" name="Google Shape;502;g3f697ecce8d_0_0"/>
          <p:cNvSpPr txBox="1">
            <a:spLocks noGrp="1"/>
          </p:cNvSpPr>
          <p:nvPr>
            <p:ph type="title" idx="3"/>
          </p:nvPr>
        </p:nvSpPr>
        <p:spPr>
          <a:xfrm>
            <a:off x="3428100" y="1938131"/>
            <a:ext cx="2402100" cy="3078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2000" b="1"/>
              <a:t>Performance</a:t>
            </a:r>
            <a:endParaRPr sz="2000" b="1"/>
          </a:p>
        </p:txBody>
      </p:sp>
      <p:sp>
        <p:nvSpPr>
          <p:cNvPr id="503" name="Google Shape;503;g3f697ecce8d_0_0"/>
          <p:cNvSpPr txBox="1">
            <a:spLocks noGrp="1"/>
          </p:cNvSpPr>
          <p:nvPr>
            <p:ph type="title" idx="3"/>
          </p:nvPr>
        </p:nvSpPr>
        <p:spPr>
          <a:xfrm>
            <a:off x="6415875" y="1938131"/>
            <a:ext cx="2402100" cy="3078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2000" b="1"/>
              <a:t>Key Findings</a:t>
            </a:r>
            <a:endParaRPr sz="2000"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g3f6c3651cb7_0_16"/>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chemeClr val="accent2"/>
                </a:solidFill>
              </a:rPr>
              <a:t>Classification Tree Visuals</a:t>
            </a:r>
            <a:endParaRPr>
              <a:solidFill>
                <a:schemeClr val="accent2"/>
              </a:solidFill>
            </a:endParaRPr>
          </a:p>
        </p:txBody>
      </p:sp>
      <p:pic>
        <p:nvPicPr>
          <p:cNvPr id="509" name="Google Shape;509;g3f6c3651cb7_0_16"/>
          <p:cNvPicPr preferRelativeResize="0"/>
          <p:nvPr/>
        </p:nvPicPr>
        <p:blipFill rotWithShape="1">
          <a:blip r:embed="rId3">
            <a:alphaModFix/>
          </a:blip>
          <a:srcRect/>
          <a:stretch/>
        </p:blipFill>
        <p:spPr>
          <a:xfrm>
            <a:off x="256013" y="1278750"/>
            <a:ext cx="4905275" cy="2820325"/>
          </a:xfrm>
          <a:prstGeom prst="rect">
            <a:avLst/>
          </a:prstGeom>
          <a:noFill/>
          <a:ln>
            <a:noFill/>
          </a:ln>
        </p:spPr>
      </p:pic>
      <p:pic>
        <p:nvPicPr>
          <p:cNvPr id="510" name="Google Shape;510;g3f6c3651cb7_0_16"/>
          <p:cNvPicPr preferRelativeResize="0"/>
          <p:nvPr/>
        </p:nvPicPr>
        <p:blipFill rotWithShape="1">
          <a:blip r:embed="rId4">
            <a:alphaModFix/>
          </a:blip>
          <a:srcRect/>
          <a:stretch/>
        </p:blipFill>
        <p:spPr>
          <a:xfrm>
            <a:off x="6159325" y="2540675"/>
            <a:ext cx="2984675" cy="2602825"/>
          </a:xfrm>
          <a:prstGeom prst="rect">
            <a:avLst/>
          </a:prstGeom>
          <a:noFill/>
          <a:ln>
            <a:noFill/>
          </a:ln>
        </p:spPr>
      </p:pic>
      <p:pic>
        <p:nvPicPr>
          <p:cNvPr id="511" name="Google Shape;511;g3f6c3651cb7_0_16"/>
          <p:cNvPicPr preferRelativeResize="0"/>
          <p:nvPr/>
        </p:nvPicPr>
        <p:blipFill rotWithShape="1">
          <a:blip r:embed="rId5">
            <a:alphaModFix/>
          </a:blip>
          <a:srcRect/>
          <a:stretch/>
        </p:blipFill>
        <p:spPr>
          <a:xfrm>
            <a:off x="5887983" y="0"/>
            <a:ext cx="3256016" cy="2540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g3f697ecce8d_0_15"/>
          <p:cNvSpPr/>
          <p:nvPr/>
        </p:nvSpPr>
        <p:spPr>
          <a:xfrm>
            <a:off x="6172225" y="962963"/>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517" name="Google Shape;517;g3f697ecce8d_0_15"/>
          <p:cNvSpPr/>
          <p:nvPr/>
        </p:nvSpPr>
        <p:spPr>
          <a:xfrm>
            <a:off x="3127300" y="962963"/>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518" name="Google Shape;518;g3f697ecce8d_0_15"/>
          <p:cNvSpPr/>
          <p:nvPr/>
        </p:nvSpPr>
        <p:spPr>
          <a:xfrm>
            <a:off x="82375" y="962963"/>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519" name="Google Shape;519;g3f697ecce8d_0_15"/>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Results and Findings - Clustering</a:t>
            </a:r>
            <a:endParaRPr>
              <a:solidFill>
                <a:srgbClr val="4BACFE"/>
              </a:solidFill>
            </a:endParaRPr>
          </a:p>
        </p:txBody>
      </p:sp>
      <p:sp>
        <p:nvSpPr>
          <p:cNvPr id="520" name="Google Shape;520;g3f697ecce8d_0_15"/>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12</a:t>
            </a:r>
            <a:endParaRPr>
              <a:solidFill>
                <a:schemeClr val="lt2"/>
              </a:solidFill>
            </a:endParaRPr>
          </a:p>
        </p:txBody>
      </p:sp>
      <p:cxnSp>
        <p:nvCxnSpPr>
          <p:cNvPr id="521" name="Google Shape;521;g3f697ecce8d_0_15"/>
          <p:cNvCxnSpPr/>
          <p:nvPr/>
        </p:nvCxnSpPr>
        <p:spPr>
          <a:xfrm>
            <a:off x="0" y="793900"/>
            <a:ext cx="9144000" cy="0"/>
          </a:xfrm>
          <a:prstGeom prst="straightConnector1">
            <a:avLst/>
          </a:prstGeom>
          <a:noFill/>
          <a:ln w="9525" cap="flat" cmpd="sng">
            <a:solidFill>
              <a:schemeClr val="dk1"/>
            </a:solidFill>
            <a:prstDash val="solid"/>
            <a:round/>
            <a:headEnd type="none" w="sm" len="sm"/>
            <a:tailEnd type="none" w="sm" len="sm"/>
          </a:ln>
        </p:spPr>
      </p:cxnSp>
      <p:sp>
        <p:nvSpPr>
          <p:cNvPr id="522" name="Google Shape;522;g3f697ecce8d_0_15"/>
          <p:cNvSpPr txBox="1">
            <a:spLocks noGrp="1"/>
          </p:cNvSpPr>
          <p:nvPr>
            <p:ph type="body" idx="4294967295"/>
          </p:nvPr>
        </p:nvSpPr>
        <p:spPr>
          <a:xfrm>
            <a:off x="3315400" y="1340065"/>
            <a:ext cx="2402100" cy="204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r>
              <a:rPr lang="en" sz="1100" b="1">
                <a:solidFill>
                  <a:srgbClr val="000000"/>
                </a:solidFill>
              </a:rPr>
              <a:t>Cluster 0: </a:t>
            </a:r>
            <a:endParaRPr sz="1100" b="1">
              <a:solidFill>
                <a:srgbClr val="000000"/>
              </a:solidFill>
            </a:endParaRPr>
          </a:p>
          <a:p>
            <a:pPr marL="0" lvl="0" indent="0" algn="l" rtl="0">
              <a:lnSpc>
                <a:spcPct val="115000"/>
              </a:lnSpc>
              <a:spcBef>
                <a:spcPts val="0"/>
              </a:spcBef>
              <a:spcAft>
                <a:spcPts val="0"/>
              </a:spcAft>
              <a:buSzPts val="900"/>
              <a:buNone/>
            </a:pP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283 students</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70.67% pass rate</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Average final grade: 10.67</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Studied more</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Fewer absences and past failures</a:t>
            </a:r>
            <a:endParaRPr sz="1100">
              <a:solidFill>
                <a:srgbClr val="000000"/>
              </a:solidFill>
            </a:endParaRPr>
          </a:p>
          <a:p>
            <a:pPr marL="457200" lvl="0" indent="-228600" algn="l" rtl="0">
              <a:lnSpc>
                <a:spcPct val="115000"/>
              </a:lnSpc>
              <a:spcBef>
                <a:spcPts val="1200"/>
              </a:spcBef>
              <a:spcAft>
                <a:spcPts val="0"/>
              </a:spcAft>
              <a:buSzPts val="900"/>
              <a:buNone/>
            </a:pPr>
            <a:endParaRPr sz="1200">
              <a:solidFill>
                <a:srgbClr val="000000"/>
              </a:solidFill>
              <a:latin typeface="Arial"/>
              <a:ea typeface="Arial"/>
              <a:cs typeface="Arial"/>
              <a:sym typeface="Arial"/>
            </a:endParaRPr>
          </a:p>
        </p:txBody>
      </p:sp>
      <p:sp>
        <p:nvSpPr>
          <p:cNvPr id="523" name="Google Shape;523;g3f697ecce8d_0_15"/>
          <p:cNvSpPr txBox="1">
            <a:spLocks noGrp="1"/>
          </p:cNvSpPr>
          <p:nvPr>
            <p:ph type="body" idx="4294967295"/>
          </p:nvPr>
        </p:nvSpPr>
        <p:spPr>
          <a:xfrm>
            <a:off x="6330725" y="1340072"/>
            <a:ext cx="2402100" cy="200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SzPts val="900"/>
              <a:buNone/>
            </a:pPr>
            <a:r>
              <a:rPr lang="en" sz="1100" b="1">
                <a:solidFill>
                  <a:srgbClr val="000000"/>
                </a:solidFill>
              </a:rPr>
              <a:t>Cluster 1:</a:t>
            </a:r>
            <a:endParaRPr sz="1100" b="1">
              <a:solidFill>
                <a:srgbClr val="000000"/>
              </a:solidFill>
            </a:endParaRPr>
          </a:p>
          <a:p>
            <a:pPr marL="457200" lvl="0" indent="-298450" algn="l" rtl="0">
              <a:lnSpc>
                <a:spcPct val="115000"/>
              </a:lnSpc>
              <a:spcBef>
                <a:spcPts val="1200"/>
              </a:spcBef>
              <a:spcAft>
                <a:spcPts val="0"/>
              </a:spcAft>
              <a:buClr>
                <a:srgbClr val="000000"/>
              </a:buClr>
              <a:buSzPts val="1100"/>
              <a:buFont typeface="Montserrat"/>
              <a:buChar char="●"/>
            </a:pPr>
            <a:r>
              <a:rPr lang="en" sz="1100">
                <a:solidFill>
                  <a:srgbClr val="000000"/>
                </a:solidFill>
              </a:rPr>
              <a:t>112 students</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58.04% pass rate</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Average final grade: 9.77</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More absences and past failures</a:t>
            </a:r>
            <a:endParaRPr sz="1100">
              <a:solidFill>
                <a:srgbClr val="000000"/>
              </a:solidFill>
            </a:endParaRPr>
          </a:p>
          <a:p>
            <a:pPr marL="457200" lvl="0" indent="-298450" algn="l" rtl="0">
              <a:lnSpc>
                <a:spcPct val="115000"/>
              </a:lnSpc>
              <a:spcBef>
                <a:spcPts val="0"/>
              </a:spcBef>
              <a:spcAft>
                <a:spcPts val="0"/>
              </a:spcAft>
              <a:buClr>
                <a:srgbClr val="000000"/>
              </a:buClr>
              <a:buSzPts val="1100"/>
              <a:buFont typeface="Montserrat"/>
              <a:buChar char="●"/>
            </a:pPr>
            <a:r>
              <a:rPr lang="en" sz="1100">
                <a:solidFill>
                  <a:srgbClr val="000000"/>
                </a:solidFill>
              </a:rPr>
              <a:t>Higher social and alcohol activity</a:t>
            </a:r>
            <a:endParaRPr sz="1100">
              <a:solidFill>
                <a:srgbClr val="000000"/>
              </a:solidFill>
            </a:endParaRPr>
          </a:p>
          <a:p>
            <a:pPr marL="457200" lvl="0" indent="0" algn="l" rtl="0">
              <a:lnSpc>
                <a:spcPct val="115000"/>
              </a:lnSpc>
              <a:spcBef>
                <a:spcPts val="1200"/>
              </a:spcBef>
              <a:spcAft>
                <a:spcPts val="0"/>
              </a:spcAft>
              <a:buSzPts val="900"/>
              <a:buNone/>
            </a:pPr>
            <a:endParaRPr/>
          </a:p>
        </p:txBody>
      </p:sp>
      <p:pic>
        <p:nvPicPr>
          <p:cNvPr id="524" name="Google Shape;524;g3f697ecce8d_0_15" title="Screenshot 2026-08-12 at 11.39.40 AM.png"/>
          <p:cNvPicPr preferRelativeResize="0"/>
          <p:nvPr/>
        </p:nvPicPr>
        <p:blipFill rotWithShape="1">
          <a:blip r:embed="rId3">
            <a:alphaModFix/>
          </a:blip>
          <a:srcRect/>
          <a:stretch/>
        </p:blipFill>
        <p:spPr>
          <a:xfrm>
            <a:off x="172250" y="1142679"/>
            <a:ext cx="2529924" cy="2189971"/>
          </a:xfrm>
          <a:prstGeom prst="rect">
            <a:avLst/>
          </a:prstGeom>
          <a:noFill/>
          <a:ln>
            <a:noFill/>
          </a:ln>
        </p:spPr>
      </p:pic>
      <p:sp>
        <p:nvSpPr>
          <p:cNvPr id="525" name="Google Shape;525;g3f697ecce8d_0_15"/>
          <p:cNvSpPr txBox="1"/>
          <p:nvPr/>
        </p:nvSpPr>
        <p:spPr>
          <a:xfrm>
            <a:off x="161100" y="3571225"/>
            <a:ext cx="8821800" cy="13698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15000"/>
              </a:lnSpc>
              <a:spcBef>
                <a:spcPts val="1200"/>
              </a:spcBef>
              <a:spcAft>
                <a:spcPts val="0"/>
              </a:spcAft>
              <a:buClr>
                <a:srgbClr val="000000"/>
              </a:buClr>
              <a:buSzPts val="1200"/>
              <a:buFont typeface="Source Serif 4"/>
              <a:buChar char="●"/>
            </a:pPr>
            <a:r>
              <a:rPr lang="en" sz="1200" b="0" i="0" u="none" strike="noStrike" cap="none">
                <a:solidFill>
                  <a:srgbClr val="000000"/>
                </a:solidFill>
                <a:latin typeface="Source Serif 4"/>
                <a:ea typeface="Source Serif 4"/>
                <a:cs typeface="Source Serif 4"/>
                <a:sym typeface="Source Serif 4"/>
              </a:rPr>
              <a:t>The results show that Cluster 0 had better academic performance, with more study time, fewer absences and failures, and a higher pass rate. Cluster 1 had more absences and failures, along with higher social and alcohol activity, and had lower academic performance overall.</a:t>
            </a:r>
            <a:endParaRPr sz="1100" b="0" i="0" u="none" strike="noStrike" cap="none">
              <a:solidFill>
                <a:srgbClr val="000000"/>
              </a:solidFill>
              <a:latin typeface="Source Serif 4"/>
              <a:ea typeface="Source Serif 4"/>
              <a:cs typeface="Source Serif 4"/>
              <a:sym typeface="Source Serif 4"/>
            </a:endParaRPr>
          </a:p>
          <a:p>
            <a:pPr marL="457200" marR="0" lvl="0" indent="-304800" algn="l" rtl="0">
              <a:lnSpc>
                <a:spcPct val="115000"/>
              </a:lnSpc>
              <a:spcBef>
                <a:spcPts val="0"/>
              </a:spcBef>
              <a:spcAft>
                <a:spcPts val="0"/>
              </a:spcAft>
              <a:buClr>
                <a:srgbClr val="000000"/>
              </a:buClr>
              <a:buSzPts val="1200"/>
              <a:buFont typeface="Source Serif 4"/>
              <a:buChar char="●"/>
            </a:pPr>
            <a:r>
              <a:rPr lang="en" sz="1200" b="0" i="0" u="none" strike="noStrike" cap="none">
                <a:solidFill>
                  <a:srgbClr val="000000"/>
                </a:solidFill>
                <a:latin typeface="Source Serif 4"/>
                <a:ea typeface="Source Serif 4"/>
                <a:cs typeface="Source Serif 4"/>
                <a:sym typeface="Source Serif 4"/>
              </a:rPr>
              <a:t>Overall, the clustering suggests that study habits, attendance, past failures, and lifestyle behaviors may help identify students who are more at risk academically. The silhouette score of 0.299 shows some separation between the groups, but there is still overlap.</a:t>
            </a:r>
            <a:endParaRPr sz="1100" b="0" i="0" u="none" strike="noStrike" cap="none">
              <a:solidFill>
                <a:schemeClr val="lt2"/>
              </a:solidFill>
              <a:latin typeface="Source Serif 4"/>
              <a:ea typeface="Source Serif 4"/>
              <a:cs typeface="Source Serif 4"/>
              <a:sym typeface="Source Serif 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7"/>
          <p:cNvSpPr/>
          <p:nvPr/>
        </p:nvSpPr>
        <p:spPr>
          <a:xfrm>
            <a:off x="622777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40" name="Google Shape;440;p7"/>
          <p:cNvSpPr/>
          <p:nvPr/>
        </p:nvSpPr>
        <p:spPr>
          <a:xfrm>
            <a:off x="3182850"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41" name="Google Shape;441;p7"/>
          <p:cNvSpPr/>
          <p:nvPr/>
        </p:nvSpPr>
        <p:spPr>
          <a:xfrm>
            <a:off x="137925" y="1776450"/>
            <a:ext cx="2778300" cy="25494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2"/>
              </a:solidFill>
              <a:latin typeface="Montserrat"/>
              <a:ea typeface="Montserrat"/>
              <a:cs typeface="Montserrat"/>
              <a:sym typeface="Montserrat"/>
            </a:endParaRPr>
          </a:p>
        </p:txBody>
      </p:sp>
      <p:sp>
        <p:nvSpPr>
          <p:cNvPr id="442" name="Google Shape;442;p7"/>
          <p:cNvSpPr txBox="1">
            <a:spLocks noGrp="1"/>
          </p:cNvSpPr>
          <p:nvPr>
            <p:ph type="title"/>
          </p:nvPr>
        </p:nvSpPr>
        <p:spPr>
          <a:xfrm>
            <a:off x="256025" y="213150"/>
            <a:ext cx="5750100" cy="415500"/>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Model Comparison</a:t>
            </a:r>
            <a:endParaRPr>
              <a:solidFill>
                <a:srgbClr val="4BACFE"/>
              </a:solidFill>
            </a:endParaRPr>
          </a:p>
        </p:txBody>
      </p:sp>
      <p:sp>
        <p:nvSpPr>
          <p:cNvPr id="443" name="Google Shape;443;p7"/>
          <p:cNvSpPr txBox="1">
            <a:spLocks noGrp="1"/>
          </p:cNvSpPr>
          <p:nvPr>
            <p:ph type="subTitle" idx="2"/>
          </p:nvPr>
        </p:nvSpPr>
        <p:spPr>
          <a:xfrm>
            <a:off x="7657750" y="256025"/>
            <a:ext cx="1230300" cy="2757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0"/>
              </a:spcAft>
              <a:buSzPts val="800"/>
              <a:buNone/>
            </a:pPr>
            <a:r>
              <a:rPr lang="en">
                <a:solidFill>
                  <a:schemeClr val="lt2"/>
                </a:solidFill>
              </a:rPr>
              <a:t>13</a:t>
            </a:r>
            <a:endParaRPr>
              <a:solidFill>
                <a:schemeClr val="lt2"/>
              </a:solidFill>
            </a:endParaRPr>
          </a:p>
        </p:txBody>
      </p:sp>
      <p:cxnSp>
        <p:nvCxnSpPr>
          <p:cNvPr id="444" name="Google Shape;444;p7"/>
          <p:cNvCxnSpPr/>
          <p:nvPr/>
        </p:nvCxnSpPr>
        <p:spPr>
          <a:xfrm>
            <a:off x="0" y="1218975"/>
            <a:ext cx="9144000" cy="0"/>
          </a:xfrm>
          <a:prstGeom prst="straightConnector1">
            <a:avLst/>
          </a:prstGeom>
          <a:noFill/>
          <a:ln w="9525" cap="flat" cmpd="sng">
            <a:solidFill>
              <a:schemeClr val="dk1"/>
            </a:solidFill>
            <a:prstDash val="solid"/>
            <a:round/>
            <a:headEnd type="none" w="sm" len="sm"/>
            <a:tailEnd type="none" w="sm" len="sm"/>
          </a:ln>
        </p:spPr>
      </p:cxnSp>
      <p:sp>
        <p:nvSpPr>
          <p:cNvPr id="445" name="Google Shape;445;p7"/>
          <p:cNvSpPr txBox="1">
            <a:spLocks noGrp="1"/>
          </p:cNvSpPr>
          <p:nvPr>
            <p:ph type="body" idx="4294967295"/>
          </p:nvPr>
        </p:nvSpPr>
        <p:spPr>
          <a:xfrm>
            <a:off x="256025" y="2299189"/>
            <a:ext cx="2402100" cy="1977600"/>
          </a:xfrm>
          <a:prstGeom prst="rect">
            <a:avLst/>
          </a:prstGeom>
          <a:noFill/>
          <a:ln>
            <a:noFill/>
          </a:ln>
        </p:spPr>
        <p:txBody>
          <a:bodyPr spcFirstLastPara="1" wrap="square" lIns="91425" tIns="91425" rIns="91425" bIns="91425" anchor="t" anchorCtr="0">
            <a:noAutofit/>
          </a:bodyPr>
          <a:lstStyle/>
          <a:p>
            <a:pPr marL="457200" marR="0" lvl="0" indent="-285750" algn="l" rtl="0">
              <a:lnSpc>
                <a:spcPct val="100000"/>
              </a:lnSpc>
              <a:spcBef>
                <a:spcPts val="0"/>
              </a:spcBef>
              <a:spcAft>
                <a:spcPts val="0"/>
              </a:spcAft>
              <a:buSzPts val="900"/>
              <a:buChar char="●"/>
            </a:pPr>
            <a:r>
              <a:rPr lang="en" dirty="0"/>
              <a:t>Logistic Regression: 65.8% test accuracy, AUC 0.59, 35% fail recall</a:t>
            </a:r>
            <a:endParaRPr dirty="0"/>
          </a:p>
          <a:p>
            <a:pPr marL="457200" marR="0" lvl="0" indent="-285750" algn="l" rtl="0">
              <a:lnSpc>
                <a:spcPct val="100000"/>
              </a:lnSpc>
              <a:spcBef>
                <a:spcPts val="0"/>
              </a:spcBef>
              <a:spcAft>
                <a:spcPts val="0"/>
              </a:spcAft>
              <a:buSzPts val="900"/>
              <a:buChar char="●"/>
            </a:pPr>
            <a:r>
              <a:rPr lang="en" dirty="0"/>
              <a:t>Classification Tree: 67.1% test accuracy, AUC 0.59, 35% fail recall</a:t>
            </a:r>
            <a:endParaRPr dirty="0"/>
          </a:p>
          <a:p>
            <a:pPr marL="457200" marR="0" lvl="0" indent="-285750" algn="l" rtl="0">
              <a:lnSpc>
                <a:spcPct val="100000"/>
              </a:lnSpc>
              <a:spcBef>
                <a:spcPts val="0"/>
              </a:spcBef>
              <a:spcAft>
                <a:spcPts val="0"/>
              </a:spcAft>
              <a:buSzPts val="900"/>
              <a:buChar char="●"/>
            </a:pPr>
            <a:r>
              <a:rPr lang="en" dirty="0"/>
              <a:t>K-Nearest Neighbors: 68.4% accuracy, AUC 0.46, 8% fail recall</a:t>
            </a:r>
          </a:p>
          <a:p>
            <a:pPr marL="457200" marR="0" lvl="0" indent="-285750" algn="l" rtl="0">
              <a:lnSpc>
                <a:spcPct val="100000"/>
              </a:lnSpc>
              <a:spcBef>
                <a:spcPts val="0"/>
              </a:spcBef>
              <a:spcAft>
                <a:spcPts val="0"/>
              </a:spcAft>
              <a:buSzPts val="900"/>
              <a:buChar char="●"/>
            </a:pPr>
            <a:r>
              <a:rPr lang="en" i="1" dirty="0"/>
              <a:t>Naive "predict all pass" baseline: 67.1% accuracy</a:t>
            </a:r>
            <a:endParaRPr dirty="0"/>
          </a:p>
        </p:txBody>
      </p:sp>
      <p:sp>
        <p:nvSpPr>
          <p:cNvPr id="446" name="Google Shape;446;p7"/>
          <p:cNvSpPr txBox="1">
            <a:spLocks noGrp="1"/>
          </p:cNvSpPr>
          <p:nvPr>
            <p:ph type="body" idx="4294967295"/>
          </p:nvPr>
        </p:nvSpPr>
        <p:spPr>
          <a:xfrm>
            <a:off x="3370950" y="2299167"/>
            <a:ext cx="2402100" cy="2304363"/>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0"/>
              </a:spcBef>
              <a:spcAft>
                <a:spcPts val="0"/>
              </a:spcAft>
              <a:buSzPts val="900"/>
              <a:buChar char="●"/>
            </a:pPr>
            <a:r>
              <a:rPr lang="en" sz="800" dirty="0"/>
              <a:t>No model meaningfully beats the naive "everyone passes" baseline, so this is one shared result, not three separate failures.</a:t>
            </a:r>
            <a:endParaRPr sz="800" dirty="0"/>
          </a:p>
          <a:p>
            <a:pPr marL="457200" lvl="0" indent="-285750" algn="l" rtl="0">
              <a:lnSpc>
                <a:spcPct val="115000"/>
              </a:lnSpc>
              <a:spcBef>
                <a:spcPts val="0"/>
              </a:spcBef>
              <a:spcAft>
                <a:spcPts val="0"/>
              </a:spcAft>
              <a:buSzPts val="900"/>
              <a:buChar char="●"/>
            </a:pPr>
            <a:r>
              <a:rPr lang="en" sz="800" dirty="0"/>
              <a:t>Every model misses most students who actually fail as KNN's high accuracy comes from predicting "pass" for nearly everyone.</a:t>
            </a:r>
            <a:endParaRPr sz="800" dirty="0"/>
          </a:p>
          <a:p>
            <a:pPr marL="457200" lvl="0" indent="-285750" algn="l" rtl="0">
              <a:lnSpc>
                <a:spcPct val="115000"/>
              </a:lnSpc>
              <a:spcBef>
                <a:spcPts val="0"/>
              </a:spcBef>
              <a:spcAft>
                <a:spcPts val="0"/>
              </a:spcAft>
              <a:buSzPts val="900"/>
              <a:buChar char="●"/>
            </a:pPr>
            <a:r>
              <a:rPr lang="en" sz="800" dirty="0"/>
              <a:t>Every method agrees: number of past failures is the strongest available predictor of risk.</a:t>
            </a:r>
            <a:endParaRPr sz="800" dirty="0"/>
          </a:p>
        </p:txBody>
      </p:sp>
      <p:sp>
        <p:nvSpPr>
          <p:cNvPr id="447" name="Google Shape;447;p7"/>
          <p:cNvSpPr txBox="1">
            <a:spLocks noGrp="1"/>
          </p:cNvSpPr>
          <p:nvPr>
            <p:ph type="body" idx="4294967295"/>
          </p:nvPr>
        </p:nvSpPr>
        <p:spPr>
          <a:xfrm>
            <a:off x="6386275" y="2287235"/>
            <a:ext cx="2402100" cy="2001600"/>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0"/>
              </a:spcBef>
              <a:spcAft>
                <a:spcPts val="0"/>
              </a:spcAft>
              <a:buSzPts val="900"/>
              <a:buChar char="●"/>
            </a:pPr>
            <a:r>
              <a:rPr lang="en" dirty="0"/>
              <a:t>None of these three models is reliable enough to drive real intervention decisions on its own, deploying one risks misallocating support or missing at-risk students entirely.</a:t>
            </a:r>
            <a:endParaRPr dirty="0"/>
          </a:p>
          <a:p>
            <a:pPr marL="457200" lvl="0" indent="-285750" algn="l" rtl="0">
              <a:lnSpc>
                <a:spcPct val="115000"/>
              </a:lnSpc>
              <a:spcBef>
                <a:spcPts val="0"/>
              </a:spcBef>
              <a:spcAft>
                <a:spcPts val="0"/>
              </a:spcAft>
              <a:buSzPts val="900"/>
              <a:buChar char="●"/>
            </a:pPr>
            <a:r>
              <a:rPr lang="en" dirty="0"/>
              <a:t>Treat this as a validated "not yet" rather than a dead end, as it tells us exactly what to add next.</a:t>
            </a:r>
            <a:endParaRPr dirty="0"/>
          </a:p>
        </p:txBody>
      </p:sp>
      <p:sp>
        <p:nvSpPr>
          <p:cNvPr id="448" name="Google Shape;448;p7"/>
          <p:cNvSpPr txBox="1">
            <a:spLocks noGrp="1"/>
          </p:cNvSpPr>
          <p:nvPr>
            <p:ph type="title" idx="3"/>
          </p:nvPr>
        </p:nvSpPr>
        <p:spPr>
          <a:xfrm>
            <a:off x="326025" y="19381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Performance</a:t>
            </a:r>
            <a:endParaRPr sz="1800"/>
          </a:p>
        </p:txBody>
      </p:sp>
      <p:sp>
        <p:nvSpPr>
          <p:cNvPr id="449" name="Google Shape;449;p7"/>
          <p:cNvSpPr txBox="1">
            <a:spLocks noGrp="1"/>
          </p:cNvSpPr>
          <p:nvPr>
            <p:ph type="title" idx="5"/>
          </p:nvPr>
        </p:nvSpPr>
        <p:spPr>
          <a:xfrm>
            <a:off x="3340591" y="19381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Consistent Findings</a:t>
            </a:r>
            <a:endParaRPr sz="1800"/>
          </a:p>
        </p:txBody>
      </p:sp>
      <p:sp>
        <p:nvSpPr>
          <p:cNvPr id="450" name="Google Shape;450;p7"/>
          <p:cNvSpPr txBox="1">
            <a:spLocks noGrp="1"/>
          </p:cNvSpPr>
          <p:nvPr>
            <p:ph type="title" idx="7"/>
          </p:nvPr>
        </p:nvSpPr>
        <p:spPr>
          <a:xfrm>
            <a:off x="6415882" y="1906231"/>
            <a:ext cx="2402100" cy="277200"/>
          </a:xfrm>
          <a:prstGeom prst="rect">
            <a:avLst/>
          </a:prstGeom>
          <a:noFill/>
          <a:ln>
            <a:noFill/>
          </a:ln>
        </p:spPr>
        <p:txBody>
          <a:bodyPr spcFirstLastPara="1" wrap="square" lIns="0" tIns="0" rIns="0" bIns="0" anchor="t" anchorCtr="0">
            <a:spAutoFit/>
          </a:bodyPr>
          <a:lstStyle/>
          <a:p>
            <a:pPr marL="0" lvl="0" indent="0" algn="ctr" rtl="0">
              <a:lnSpc>
                <a:spcPct val="100000"/>
              </a:lnSpc>
              <a:spcBef>
                <a:spcPts val="0"/>
              </a:spcBef>
              <a:spcAft>
                <a:spcPts val="0"/>
              </a:spcAft>
              <a:buSzPts val="4800"/>
              <a:buNone/>
            </a:pPr>
            <a:r>
              <a:rPr lang="en" sz="1800"/>
              <a:t>Bottom Line</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0"/>
          <p:cNvSpPr txBox="1">
            <a:spLocks noGrp="1"/>
          </p:cNvSpPr>
          <p:nvPr>
            <p:ph type="title"/>
          </p:nvPr>
        </p:nvSpPr>
        <p:spPr>
          <a:xfrm>
            <a:off x="256025" y="213150"/>
            <a:ext cx="5750100" cy="4154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SzPts val="4800"/>
              <a:buNone/>
            </a:pPr>
            <a:r>
              <a:rPr lang="en">
                <a:solidFill>
                  <a:srgbClr val="4BACFE"/>
                </a:solidFill>
              </a:rPr>
              <a:t>Conclusion</a:t>
            </a:r>
            <a:endParaRPr/>
          </a:p>
        </p:txBody>
      </p:sp>
      <p:sp>
        <p:nvSpPr>
          <p:cNvPr id="531" name="Google Shape;531;p10"/>
          <p:cNvSpPr txBox="1">
            <a:spLocks noGrp="1"/>
          </p:cNvSpPr>
          <p:nvPr>
            <p:ph type="subTitle" idx="4"/>
          </p:nvPr>
        </p:nvSpPr>
        <p:spPr>
          <a:xfrm>
            <a:off x="256025" y="1404825"/>
            <a:ext cx="8632500" cy="3348000"/>
          </a:xfrm>
          <a:prstGeom prst="rect">
            <a:avLst/>
          </a:prstGeom>
          <a:noFill/>
          <a:ln>
            <a:noFill/>
          </a:ln>
        </p:spPr>
        <p:txBody>
          <a:bodyPr spcFirstLastPara="1" wrap="square" lIns="0" tIns="0" rIns="0" bIns="0" anchor="t" anchorCtr="0">
            <a:noAutofit/>
          </a:bodyPr>
          <a:lstStyle/>
          <a:p>
            <a:pPr marL="457200" lvl="0" indent="-304800" algn="l" rtl="0">
              <a:lnSpc>
                <a:spcPct val="100000"/>
              </a:lnSpc>
              <a:spcBef>
                <a:spcPts val="0"/>
              </a:spcBef>
              <a:spcAft>
                <a:spcPts val="0"/>
              </a:spcAft>
              <a:buSzPts val="1200"/>
              <a:buChar char="●"/>
            </a:pPr>
            <a:r>
              <a:rPr lang="en" b="1"/>
              <a:t>Overall Summary</a:t>
            </a:r>
            <a:endParaRPr b="1"/>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All three classifiers landed on an average of 65% accuracy with an AUC range of 0.46-0.59, meaning all of our models were barely better than randomly guessing if a student would fail.</a:t>
            </a:r>
            <a:endParaRPr>
              <a:latin typeface="Montserrat"/>
              <a:ea typeface="Montserrat"/>
              <a:cs typeface="Montserrat"/>
              <a:sym typeface="Montserrat"/>
            </a:endParaRPr>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Even though our clustering model was able to identify behavior factors that may put students are lower risk, our combination of all models were not able to accurately predict whether or not a student would fail based solely on demographic/lifestyle data.</a:t>
            </a:r>
            <a:endParaRPr>
              <a:latin typeface="Montserrat"/>
              <a:ea typeface="Montserrat"/>
              <a:cs typeface="Montserrat"/>
              <a:sym typeface="Montserrat"/>
            </a:endParaRPr>
          </a:p>
          <a:p>
            <a:pPr marL="457200" lvl="0" indent="-304800" algn="l" rtl="0">
              <a:lnSpc>
                <a:spcPct val="100000"/>
              </a:lnSpc>
              <a:spcBef>
                <a:spcPts val="0"/>
              </a:spcBef>
              <a:spcAft>
                <a:spcPts val="0"/>
              </a:spcAft>
              <a:buSzPts val="1200"/>
              <a:buChar char="●"/>
            </a:pPr>
            <a:r>
              <a:rPr lang="en" b="1"/>
              <a:t>Business Recommendation</a:t>
            </a:r>
            <a:endParaRPr b="1"/>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We should treat demographic and lifestyle data as supplemental and not a substitute for historical academic data.</a:t>
            </a:r>
            <a:endParaRPr>
              <a:latin typeface="Montserrat"/>
              <a:ea typeface="Montserrat"/>
              <a:cs typeface="Montserrat"/>
              <a:sym typeface="Montserrat"/>
            </a:endParaRPr>
          </a:p>
          <a:p>
            <a:pPr marL="457200" lvl="0" indent="-304800" algn="l" rtl="0">
              <a:lnSpc>
                <a:spcPct val="100000"/>
              </a:lnSpc>
              <a:spcBef>
                <a:spcPts val="0"/>
              </a:spcBef>
              <a:spcAft>
                <a:spcPts val="0"/>
              </a:spcAft>
              <a:buSzPts val="1200"/>
              <a:buChar char="●"/>
            </a:pPr>
            <a:r>
              <a:rPr lang="en" b="1"/>
              <a:t>Model Limitations</a:t>
            </a:r>
            <a:endParaRPr b="1"/>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A class imbalance of 265 passing students (Final Grade &gt;= 10) vs 130 failing students biased our model towards passing students.</a:t>
            </a:r>
            <a:endParaRPr>
              <a:latin typeface="Montserrat"/>
              <a:ea typeface="Montserrat"/>
              <a:cs typeface="Montserrat"/>
              <a:sym typeface="Montserrat"/>
            </a:endParaRPr>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Our predictive abilities were limited by our choice to exclude prior academic performance, and our linear/shallow-tree models likely miss real interactions between risk factors.</a:t>
            </a:r>
            <a:endParaRPr>
              <a:latin typeface="Montserrat"/>
              <a:ea typeface="Montserrat"/>
              <a:cs typeface="Montserrat"/>
              <a:sym typeface="Montserrat"/>
            </a:endParaRPr>
          </a:p>
          <a:p>
            <a:pPr marL="457200" lvl="0" indent="-304800" algn="l" rtl="0">
              <a:lnSpc>
                <a:spcPct val="100000"/>
              </a:lnSpc>
              <a:spcBef>
                <a:spcPts val="0"/>
              </a:spcBef>
              <a:spcAft>
                <a:spcPts val="0"/>
              </a:spcAft>
              <a:buSzPts val="1200"/>
              <a:buChar char="●"/>
            </a:pPr>
            <a:r>
              <a:rPr lang="en" b="1"/>
              <a:t>Future Research Focus Areas</a:t>
            </a:r>
            <a:endParaRPr b="1"/>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We should add previous academic performance to our demographic and lifestyle data.</a:t>
            </a:r>
            <a:endParaRPr>
              <a:latin typeface="Montserrat"/>
              <a:ea typeface="Montserrat"/>
              <a:cs typeface="Montserrat"/>
              <a:sym typeface="Montserrat"/>
            </a:endParaRPr>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Aim to address class imbalance so our future models are not biased towards passing or failing.</a:t>
            </a:r>
            <a:endParaRPr>
              <a:latin typeface="Montserrat"/>
              <a:ea typeface="Montserrat"/>
              <a:cs typeface="Montserrat"/>
              <a:sym typeface="Montserrat"/>
            </a:endParaRPr>
          </a:p>
          <a:p>
            <a:pPr marL="914400" lvl="1" indent="-304800" algn="l" rtl="0">
              <a:lnSpc>
                <a:spcPct val="100000"/>
              </a:lnSpc>
              <a:spcBef>
                <a:spcPts val="0"/>
              </a:spcBef>
              <a:spcAft>
                <a:spcPts val="0"/>
              </a:spcAft>
              <a:buSzPts val="1200"/>
              <a:buFont typeface="Montserrat"/>
              <a:buChar char="○"/>
            </a:pPr>
            <a:r>
              <a:rPr lang="en">
                <a:latin typeface="Montserrat"/>
                <a:ea typeface="Montserrat"/>
                <a:cs typeface="Montserrat"/>
                <a:sym typeface="Montserrat"/>
              </a:rPr>
              <a:t>Test ensemble methods and a multi-tier risk framing (low/medium/high) instead of a binary cutoff.</a:t>
            </a:r>
            <a:endParaRPr>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1901</Words>
  <Application>Microsoft Office PowerPoint</Application>
  <PresentationFormat>On-screen Show (16:9)</PresentationFormat>
  <Paragraphs>187</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Montserrat</vt:lpstr>
      <vt:lpstr>Montserrat Medium</vt:lpstr>
      <vt:lpstr>Times New Roman</vt:lpstr>
      <vt:lpstr>Source Serif 4</vt:lpstr>
      <vt:lpstr>Arial</vt:lpstr>
      <vt:lpstr>Quarterly Planning Meeting</vt:lpstr>
      <vt:lpstr>Student Performance</vt:lpstr>
      <vt:lpstr>Agenda</vt:lpstr>
      <vt:lpstr>Executive Summary</vt:lpstr>
      <vt:lpstr>Data Description</vt:lpstr>
      <vt:lpstr>Business Objective and Research Questions</vt:lpstr>
      <vt:lpstr>Exploratory Data Analysis </vt:lpstr>
      <vt:lpstr>Charts</vt:lpstr>
      <vt:lpstr>Methodology</vt:lpstr>
      <vt:lpstr>Results and Findings - Logistic Regression</vt:lpstr>
      <vt:lpstr>Results and Findings - K Nearest Neighbors</vt:lpstr>
      <vt:lpstr>Results and Findings - K Nearest Neighbors</vt:lpstr>
      <vt:lpstr>Results and Findings - Classification Tree</vt:lpstr>
      <vt:lpstr>Classification Tree Visuals</vt:lpstr>
      <vt:lpstr>Results and Findings - Clustering</vt:lpstr>
      <vt:lpstr>Model Comparison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Colin Haley</dc:creator>
  <cp:lastModifiedBy>Colin Haley</cp:lastModifiedBy>
  <cp:revision>1</cp:revision>
  <dcterms:modified xsi:type="dcterms:W3CDTF">2026-08-22T22:38:12Z</dcterms:modified>
</cp:coreProperties>
</file>